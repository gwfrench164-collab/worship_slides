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18602D-7FBB-F158-43A3-9CB13E3F8D6D}" v="143" dt="2026-02-22T05:40:05.808"/>
    <p1510:client id="{5FCEA3B4-2B7C-B7E1-D8FB-EE1911AE5E39}" v="2" dt="2026-02-22T05:08:39.514"/>
    <p1510:client id="{A6BF307A-7628-A47B-58D7-A1949332B89F}" v="4" dt="2026-02-22T05:16:56.26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1" name="Shape 1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0">
              <a:buSzTx/>
              <a:buFontTx/>
              <a:buNone/>
              <a:defRPr sz="2400" b="1"/>
            </a:lvl2pPr>
            <a:lvl3pPr marL="0" indent="0">
              <a:buSzTx/>
              <a:buFontTx/>
              <a:buNone/>
              <a:defRPr sz="2400" b="1"/>
            </a:lvl3pPr>
            <a:lvl4pPr marL="0" indent="0">
              <a:buSzTx/>
              <a:buFontTx/>
              <a:buNone/>
              <a:defRPr sz="2400" b="1"/>
            </a:lvl4pPr>
            <a:lvl5pPr marL="0" indent="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6" y="2057400"/>
            <a:ext cx="3932241" cy="3811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5719" tIns="45719" rIns="45719" bIns="45719"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45719" tIns="45719" rIns="45719" bIns="45719"/>
          <a:lstStyle>
            <a:lvl3pPr marL="1234439" indent="-320039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</p:spPr>
        <p:txBody>
          <a:bodyPr lIns="45719" tIns="45719" rIns="45719" bIns="45719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7" y="6404293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757575"/>
                </a:solidFill>
                <a:latin typeface="+mj-lt"/>
                <a:ea typeface="+mj-ea"/>
                <a:cs typeface="+mj-cs"/>
                <a:sym typeface="Apto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22"/>
          <p:cNvSpPr/>
          <p:nvPr/>
        </p:nvSpPr>
        <p:spPr>
          <a:xfrm>
            <a:off x="-3" y="0"/>
            <a:ext cx="12188956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04" name="Picture 3" descr="Picture 3"/>
          <p:cNvPicPr>
            <a:picLocks noChangeAspect="1"/>
          </p:cNvPicPr>
          <p:nvPr/>
        </p:nvPicPr>
        <p:blipFill>
          <a:blip r:embed="rId2"/>
          <a:srcRect l="20688"/>
          <a:stretch>
            <a:fillRect/>
          </a:stretch>
        </p:blipFill>
        <p:spPr>
          <a:xfrm>
            <a:off x="1" y="8"/>
            <a:ext cx="9669643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Rectangle 23"/>
          <p:cNvSpPr/>
          <p:nvPr/>
        </p:nvSpPr>
        <p:spPr>
          <a:xfrm flipH="1">
            <a:off x="5125018" y="0"/>
            <a:ext cx="7066979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90668" y="612476"/>
            <a:ext cx="5734512" cy="5931322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 sz="7200" b="1">
                <a:latin typeface="Britannic Bold"/>
                <a:ea typeface="Britannic Bold"/>
                <a:cs typeface="Britannic Bold"/>
                <a:sym typeface="Britannic Bold"/>
              </a:defRPr>
            </a:pPr>
            <a:r>
              <a:t>{{TITLE}} </a:t>
            </a:r>
            <a:br/>
            <a:r>
              <a:t> 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8"/>
          <p:cNvSpPr/>
          <p:nvPr/>
        </p:nvSpPr>
        <p:spPr>
          <a:xfrm>
            <a:off x="-2434" y="-2"/>
            <a:ext cx="12192003" cy="6858001"/>
          </a:xfrm>
          <a:prstGeom prst="rect">
            <a:avLst/>
          </a:prstGeom>
          <a:solidFill>
            <a:srgbClr val="82766A">
              <a:alpha val="15000"/>
            </a:srgbClr>
          </a:solidFill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/>
          <a:srcRect l="31656" r="8930"/>
          <a:stretch>
            <a:fillRect/>
          </a:stretch>
        </p:blipFill>
        <p:spPr>
          <a:xfrm>
            <a:off x="10285669" y="0"/>
            <a:ext cx="724334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600" extrusionOk="0">
                <a:moveTo>
                  <a:pt x="1813" y="0"/>
                </a:moveTo>
                <a:lnTo>
                  <a:pt x="1811" y="5"/>
                </a:lnTo>
                <a:cubicBezTo>
                  <a:pt x="1799" y="26"/>
                  <a:pt x="1784" y="44"/>
                  <a:pt x="1765" y="55"/>
                </a:cubicBezTo>
                <a:cubicBezTo>
                  <a:pt x="1797" y="259"/>
                  <a:pt x="1642" y="219"/>
                  <a:pt x="1747" y="410"/>
                </a:cubicBezTo>
                <a:cubicBezTo>
                  <a:pt x="1691" y="370"/>
                  <a:pt x="1722" y="511"/>
                  <a:pt x="1726" y="589"/>
                </a:cubicBezTo>
                <a:cubicBezTo>
                  <a:pt x="1720" y="713"/>
                  <a:pt x="1749" y="647"/>
                  <a:pt x="1749" y="836"/>
                </a:cubicBezTo>
                <a:cubicBezTo>
                  <a:pt x="1739" y="999"/>
                  <a:pt x="1742" y="1024"/>
                  <a:pt x="1738" y="1116"/>
                </a:cubicBezTo>
                <a:lnTo>
                  <a:pt x="1682" y="1486"/>
                </a:lnTo>
                <a:lnTo>
                  <a:pt x="1677" y="1492"/>
                </a:lnTo>
                <a:cubicBezTo>
                  <a:pt x="1665" y="1519"/>
                  <a:pt x="1666" y="1535"/>
                  <a:pt x="1675" y="1548"/>
                </a:cubicBezTo>
                <a:lnTo>
                  <a:pt x="1720" y="1675"/>
                </a:lnTo>
                <a:lnTo>
                  <a:pt x="1712" y="1689"/>
                </a:lnTo>
                <a:lnTo>
                  <a:pt x="1725" y="1801"/>
                </a:lnTo>
                <a:lnTo>
                  <a:pt x="1719" y="1804"/>
                </a:lnTo>
                <a:cubicBezTo>
                  <a:pt x="1706" y="1809"/>
                  <a:pt x="1696" y="1817"/>
                  <a:pt x="1695" y="1834"/>
                </a:cubicBezTo>
                <a:cubicBezTo>
                  <a:pt x="1605" y="1805"/>
                  <a:pt x="1660" y="1843"/>
                  <a:pt x="1666" y="1894"/>
                </a:cubicBezTo>
                <a:cubicBezTo>
                  <a:pt x="1638" y="1946"/>
                  <a:pt x="1554" y="2100"/>
                  <a:pt x="1531" y="2146"/>
                </a:cubicBezTo>
                <a:cubicBezTo>
                  <a:pt x="1531" y="2154"/>
                  <a:pt x="1531" y="2162"/>
                  <a:pt x="1531" y="2170"/>
                </a:cubicBezTo>
                <a:lnTo>
                  <a:pt x="1530" y="2171"/>
                </a:lnTo>
                <a:cubicBezTo>
                  <a:pt x="1527" y="2176"/>
                  <a:pt x="1525" y="2184"/>
                  <a:pt x="1526" y="2196"/>
                </a:cubicBezTo>
                <a:cubicBezTo>
                  <a:pt x="1527" y="2218"/>
                  <a:pt x="1528" y="2239"/>
                  <a:pt x="1529" y="2260"/>
                </a:cubicBezTo>
                <a:lnTo>
                  <a:pt x="1518" y="2275"/>
                </a:lnTo>
                <a:lnTo>
                  <a:pt x="1502" y="2281"/>
                </a:lnTo>
                <a:lnTo>
                  <a:pt x="1454" y="2371"/>
                </a:lnTo>
                <a:cubicBezTo>
                  <a:pt x="1477" y="2408"/>
                  <a:pt x="1382" y="2545"/>
                  <a:pt x="1366" y="2571"/>
                </a:cubicBezTo>
                <a:lnTo>
                  <a:pt x="1282" y="2801"/>
                </a:lnTo>
                <a:cubicBezTo>
                  <a:pt x="1078" y="3055"/>
                  <a:pt x="1082" y="3166"/>
                  <a:pt x="1038" y="3349"/>
                </a:cubicBezTo>
                <a:cubicBezTo>
                  <a:pt x="1056" y="3499"/>
                  <a:pt x="1067" y="3497"/>
                  <a:pt x="1027" y="3645"/>
                </a:cubicBezTo>
                <a:cubicBezTo>
                  <a:pt x="1019" y="3755"/>
                  <a:pt x="1022" y="3771"/>
                  <a:pt x="976" y="3814"/>
                </a:cubicBezTo>
                <a:lnTo>
                  <a:pt x="965" y="4101"/>
                </a:lnTo>
                <a:lnTo>
                  <a:pt x="875" y="4286"/>
                </a:lnTo>
                <a:lnTo>
                  <a:pt x="853" y="4422"/>
                </a:lnTo>
                <a:lnTo>
                  <a:pt x="791" y="4502"/>
                </a:lnTo>
                <a:lnTo>
                  <a:pt x="794" y="4505"/>
                </a:lnTo>
                <a:cubicBezTo>
                  <a:pt x="799" y="4512"/>
                  <a:pt x="764" y="4598"/>
                  <a:pt x="757" y="4609"/>
                </a:cubicBezTo>
                <a:cubicBezTo>
                  <a:pt x="750" y="4653"/>
                  <a:pt x="759" y="4729"/>
                  <a:pt x="750" y="4771"/>
                </a:cubicBezTo>
                <a:lnTo>
                  <a:pt x="740" y="4786"/>
                </a:lnTo>
                <a:lnTo>
                  <a:pt x="740" y="4788"/>
                </a:lnTo>
                <a:cubicBezTo>
                  <a:pt x="740" y="4792"/>
                  <a:pt x="749" y="4861"/>
                  <a:pt x="743" y="4869"/>
                </a:cubicBezTo>
                <a:lnTo>
                  <a:pt x="756" y="4972"/>
                </a:lnTo>
                <a:cubicBezTo>
                  <a:pt x="738" y="5058"/>
                  <a:pt x="798" y="5111"/>
                  <a:pt x="730" y="5189"/>
                </a:cubicBezTo>
                <a:cubicBezTo>
                  <a:pt x="714" y="5268"/>
                  <a:pt x="729" y="5337"/>
                  <a:pt x="692" y="5404"/>
                </a:cubicBezTo>
                <a:cubicBezTo>
                  <a:pt x="710" y="5431"/>
                  <a:pt x="714" y="5456"/>
                  <a:pt x="673" y="5481"/>
                </a:cubicBezTo>
                <a:cubicBezTo>
                  <a:pt x="668" y="5555"/>
                  <a:pt x="715" y="5573"/>
                  <a:pt x="665" y="5620"/>
                </a:cubicBezTo>
                <a:cubicBezTo>
                  <a:pt x="738" y="5661"/>
                  <a:pt x="706" y="5664"/>
                  <a:pt x="678" y="5684"/>
                </a:cubicBezTo>
                <a:lnTo>
                  <a:pt x="676" y="5686"/>
                </a:lnTo>
                <a:lnTo>
                  <a:pt x="686" y="5691"/>
                </a:lnTo>
                <a:lnTo>
                  <a:pt x="678" y="5735"/>
                </a:lnTo>
                <a:lnTo>
                  <a:pt x="671" y="5748"/>
                </a:lnTo>
                <a:cubicBezTo>
                  <a:pt x="667" y="5756"/>
                  <a:pt x="667" y="5761"/>
                  <a:pt x="668" y="5765"/>
                </a:cubicBezTo>
                <a:lnTo>
                  <a:pt x="663" y="5782"/>
                </a:lnTo>
                <a:cubicBezTo>
                  <a:pt x="651" y="5811"/>
                  <a:pt x="636" y="5837"/>
                  <a:pt x="621" y="5862"/>
                </a:cubicBezTo>
                <a:cubicBezTo>
                  <a:pt x="658" y="5879"/>
                  <a:pt x="621" y="5937"/>
                  <a:pt x="644" y="5960"/>
                </a:cubicBezTo>
                <a:lnTo>
                  <a:pt x="686" y="5969"/>
                </a:lnTo>
                <a:lnTo>
                  <a:pt x="680" y="5982"/>
                </a:lnTo>
                <a:lnTo>
                  <a:pt x="660" y="6009"/>
                </a:lnTo>
                <a:cubicBezTo>
                  <a:pt x="658" y="6013"/>
                  <a:pt x="660" y="6015"/>
                  <a:pt x="665" y="6016"/>
                </a:cubicBezTo>
                <a:cubicBezTo>
                  <a:pt x="664" y="6031"/>
                  <a:pt x="654" y="6080"/>
                  <a:pt x="655" y="6096"/>
                </a:cubicBezTo>
                <a:lnTo>
                  <a:pt x="671" y="6116"/>
                </a:lnTo>
                <a:lnTo>
                  <a:pt x="673" y="6126"/>
                </a:lnTo>
                <a:lnTo>
                  <a:pt x="639" y="6178"/>
                </a:lnTo>
                <a:lnTo>
                  <a:pt x="626" y="6202"/>
                </a:lnTo>
                <a:lnTo>
                  <a:pt x="502" y="6376"/>
                </a:lnTo>
                <a:lnTo>
                  <a:pt x="481" y="6639"/>
                </a:lnTo>
                <a:cubicBezTo>
                  <a:pt x="391" y="6734"/>
                  <a:pt x="454" y="6801"/>
                  <a:pt x="454" y="6909"/>
                </a:cubicBezTo>
                <a:cubicBezTo>
                  <a:pt x="427" y="6995"/>
                  <a:pt x="453" y="7006"/>
                  <a:pt x="437" y="7119"/>
                </a:cubicBezTo>
                <a:cubicBezTo>
                  <a:pt x="412" y="7218"/>
                  <a:pt x="356" y="7241"/>
                  <a:pt x="300" y="7356"/>
                </a:cubicBezTo>
                <a:cubicBezTo>
                  <a:pt x="211" y="7335"/>
                  <a:pt x="297" y="7582"/>
                  <a:pt x="190" y="7588"/>
                </a:cubicBezTo>
                <a:cubicBezTo>
                  <a:pt x="194" y="7602"/>
                  <a:pt x="184" y="7690"/>
                  <a:pt x="192" y="7704"/>
                </a:cubicBezTo>
                <a:cubicBezTo>
                  <a:pt x="192" y="7716"/>
                  <a:pt x="158" y="7851"/>
                  <a:pt x="159" y="7862"/>
                </a:cubicBezTo>
                <a:lnTo>
                  <a:pt x="108" y="8031"/>
                </a:lnTo>
                <a:cubicBezTo>
                  <a:pt x="102" y="8078"/>
                  <a:pt x="121" y="8133"/>
                  <a:pt x="110" y="8178"/>
                </a:cubicBezTo>
                <a:lnTo>
                  <a:pt x="90" y="8209"/>
                </a:lnTo>
                <a:cubicBezTo>
                  <a:pt x="90" y="8239"/>
                  <a:pt x="90" y="8269"/>
                  <a:pt x="90" y="8300"/>
                </a:cubicBezTo>
                <a:lnTo>
                  <a:pt x="75" y="8396"/>
                </a:lnTo>
                <a:lnTo>
                  <a:pt x="31" y="8554"/>
                </a:lnTo>
                <a:lnTo>
                  <a:pt x="54" y="8582"/>
                </a:lnTo>
                <a:lnTo>
                  <a:pt x="67" y="8588"/>
                </a:lnTo>
                <a:lnTo>
                  <a:pt x="55" y="8631"/>
                </a:lnTo>
                <a:lnTo>
                  <a:pt x="68" y="8665"/>
                </a:lnTo>
                <a:lnTo>
                  <a:pt x="48" y="8694"/>
                </a:lnTo>
                <a:lnTo>
                  <a:pt x="63" y="8788"/>
                </a:lnTo>
                <a:lnTo>
                  <a:pt x="85" y="8832"/>
                </a:lnTo>
                <a:cubicBezTo>
                  <a:pt x="85" y="8856"/>
                  <a:pt x="85" y="8877"/>
                  <a:pt x="85" y="8900"/>
                </a:cubicBezTo>
                <a:cubicBezTo>
                  <a:pt x="89" y="8956"/>
                  <a:pt x="104" y="9092"/>
                  <a:pt x="107" y="9171"/>
                </a:cubicBezTo>
                <a:cubicBezTo>
                  <a:pt x="105" y="9281"/>
                  <a:pt x="67" y="9305"/>
                  <a:pt x="103" y="9378"/>
                </a:cubicBezTo>
                <a:cubicBezTo>
                  <a:pt x="83" y="9397"/>
                  <a:pt x="71" y="9411"/>
                  <a:pt x="67" y="9421"/>
                </a:cubicBezTo>
                <a:cubicBezTo>
                  <a:pt x="53" y="9453"/>
                  <a:pt x="95" y="9457"/>
                  <a:pt x="103" y="9512"/>
                </a:cubicBezTo>
                <a:cubicBezTo>
                  <a:pt x="120" y="9552"/>
                  <a:pt x="164" y="9611"/>
                  <a:pt x="169" y="9655"/>
                </a:cubicBezTo>
                <a:cubicBezTo>
                  <a:pt x="122" y="9630"/>
                  <a:pt x="175" y="9781"/>
                  <a:pt x="133" y="9776"/>
                </a:cubicBezTo>
                <a:cubicBezTo>
                  <a:pt x="191" y="9842"/>
                  <a:pt x="117" y="9853"/>
                  <a:pt x="134" y="9928"/>
                </a:cubicBezTo>
                <a:cubicBezTo>
                  <a:pt x="156" y="9966"/>
                  <a:pt x="159" y="9989"/>
                  <a:pt x="134" y="10018"/>
                </a:cubicBezTo>
                <a:cubicBezTo>
                  <a:pt x="240" y="10193"/>
                  <a:pt x="137" y="10111"/>
                  <a:pt x="175" y="10264"/>
                </a:cubicBezTo>
                <a:lnTo>
                  <a:pt x="179" y="10276"/>
                </a:lnTo>
                <a:lnTo>
                  <a:pt x="160" y="10321"/>
                </a:lnTo>
                <a:lnTo>
                  <a:pt x="153" y="10325"/>
                </a:lnTo>
                <a:lnTo>
                  <a:pt x="205" y="10475"/>
                </a:lnTo>
                <a:lnTo>
                  <a:pt x="198" y="10495"/>
                </a:lnTo>
                <a:lnTo>
                  <a:pt x="249" y="10592"/>
                </a:lnTo>
                <a:lnTo>
                  <a:pt x="266" y="10642"/>
                </a:lnTo>
                <a:lnTo>
                  <a:pt x="306" y="10731"/>
                </a:lnTo>
                <a:lnTo>
                  <a:pt x="300" y="10740"/>
                </a:lnTo>
                <a:lnTo>
                  <a:pt x="311" y="10756"/>
                </a:lnTo>
                <a:lnTo>
                  <a:pt x="306" y="10771"/>
                </a:lnTo>
                <a:lnTo>
                  <a:pt x="312" y="10786"/>
                </a:lnTo>
                <a:cubicBezTo>
                  <a:pt x="314" y="10816"/>
                  <a:pt x="313" y="10916"/>
                  <a:pt x="317" y="10949"/>
                </a:cubicBezTo>
                <a:lnTo>
                  <a:pt x="332" y="10982"/>
                </a:lnTo>
                <a:lnTo>
                  <a:pt x="313" y="11012"/>
                </a:lnTo>
                <a:lnTo>
                  <a:pt x="334" y="11122"/>
                </a:lnTo>
                <a:lnTo>
                  <a:pt x="363" y="11156"/>
                </a:lnTo>
                <a:lnTo>
                  <a:pt x="385" y="11189"/>
                </a:lnTo>
                <a:lnTo>
                  <a:pt x="385" y="11192"/>
                </a:lnTo>
                <a:lnTo>
                  <a:pt x="397" y="11238"/>
                </a:lnTo>
                <a:lnTo>
                  <a:pt x="398" y="11244"/>
                </a:lnTo>
                <a:lnTo>
                  <a:pt x="391" y="11296"/>
                </a:lnTo>
                <a:lnTo>
                  <a:pt x="398" y="11330"/>
                </a:lnTo>
                <a:lnTo>
                  <a:pt x="376" y="11358"/>
                </a:lnTo>
                <a:cubicBezTo>
                  <a:pt x="376" y="11394"/>
                  <a:pt x="376" y="11432"/>
                  <a:pt x="376" y="11469"/>
                </a:cubicBezTo>
                <a:lnTo>
                  <a:pt x="398" y="11506"/>
                </a:lnTo>
                <a:lnTo>
                  <a:pt x="415" y="11540"/>
                </a:lnTo>
                <a:cubicBezTo>
                  <a:pt x="415" y="11542"/>
                  <a:pt x="415" y="11543"/>
                  <a:pt x="415" y="11545"/>
                </a:cubicBezTo>
                <a:cubicBezTo>
                  <a:pt x="416" y="11568"/>
                  <a:pt x="413" y="11617"/>
                  <a:pt x="422" y="11676"/>
                </a:cubicBezTo>
                <a:cubicBezTo>
                  <a:pt x="424" y="11731"/>
                  <a:pt x="477" y="11844"/>
                  <a:pt x="467" y="11900"/>
                </a:cubicBezTo>
                <a:cubicBezTo>
                  <a:pt x="547" y="12111"/>
                  <a:pt x="498" y="12036"/>
                  <a:pt x="528" y="12215"/>
                </a:cubicBezTo>
                <a:cubicBezTo>
                  <a:pt x="606" y="12299"/>
                  <a:pt x="497" y="12646"/>
                  <a:pt x="511" y="12750"/>
                </a:cubicBezTo>
                <a:cubicBezTo>
                  <a:pt x="368" y="13203"/>
                  <a:pt x="412" y="13099"/>
                  <a:pt x="393" y="13290"/>
                </a:cubicBezTo>
                <a:cubicBezTo>
                  <a:pt x="436" y="13481"/>
                  <a:pt x="319" y="13687"/>
                  <a:pt x="401" y="13894"/>
                </a:cubicBezTo>
                <a:cubicBezTo>
                  <a:pt x="394" y="13976"/>
                  <a:pt x="375" y="14089"/>
                  <a:pt x="377" y="14138"/>
                </a:cubicBezTo>
                <a:cubicBezTo>
                  <a:pt x="376" y="14190"/>
                  <a:pt x="375" y="14243"/>
                  <a:pt x="375" y="14296"/>
                </a:cubicBezTo>
                <a:cubicBezTo>
                  <a:pt x="339" y="14387"/>
                  <a:pt x="316" y="14450"/>
                  <a:pt x="330" y="14568"/>
                </a:cubicBezTo>
                <a:cubicBezTo>
                  <a:pt x="355" y="14686"/>
                  <a:pt x="320" y="14737"/>
                  <a:pt x="300" y="14908"/>
                </a:cubicBezTo>
                <a:cubicBezTo>
                  <a:pt x="329" y="14968"/>
                  <a:pt x="288" y="15220"/>
                  <a:pt x="234" y="15258"/>
                </a:cubicBezTo>
                <a:cubicBezTo>
                  <a:pt x="223" y="15298"/>
                  <a:pt x="245" y="15343"/>
                  <a:pt x="187" y="15364"/>
                </a:cubicBezTo>
                <a:cubicBezTo>
                  <a:pt x="117" y="15396"/>
                  <a:pt x="228" y="15531"/>
                  <a:pt x="144" y="15514"/>
                </a:cubicBezTo>
                <a:cubicBezTo>
                  <a:pt x="220" y="15610"/>
                  <a:pt x="74" y="15694"/>
                  <a:pt x="38" y="15778"/>
                </a:cubicBezTo>
                <a:cubicBezTo>
                  <a:pt x="45" y="15855"/>
                  <a:pt x="31" y="15918"/>
                  <a:pt x="16" y="16099"/>
                </a:cubicBezTo>
                <a:cubicBezTo>
                  <a:pt x="46" y="16193"/>
                  <a:pt x="-61" y="16258"/>
                  <a:pt x="55" y="16412"/>
                </a:cubicBezTo>
                <a:cubicBezTo>
                  <a:pt x="43" y="16419"/>
                  <a:pt x="57" y="16465"/>
                  <a:pt x="68" y="16598"/>
                </a:cubicBezTo>
                <a:cubicBezTo>
                  <a:pt x="78" y="16730"/>
                  <a:pt x="97" y="17010"/>
                  <a:pt x="118" y="17210"/>
                </a:cubicBezTo>
                <a:cubicBezTo>
                  <a:pt x="130" y="17438"/>
                  <a:pt x="96" y="17380"/>
                  <a:pt x="129" y="17621"/>
                </a:cubicBezTo>
                <a:cubicBezTo>
                  <a:pt x="125" y="17699"/>
                  <a:pt x="47" y="17789"/>
                  <a:pt x="76" y="17851"/>
                </a:cubicBezTo>
                <a:cubicBezTo>
                  <a:pt x="56" y="17941"/>
                  <a:pt x="52" y="18074"/>
                  <a:pt x="31" y="18171"/>
                </a:cubicBezTo>
                <a:cubicBezTo>
                  <a:pt x="32" y="18228"/>
                  <a:pt x="33" y="18284"/>
                  <a:pt x="35" y="18341"/>
                </a:cubicBezTo>
                <a:cubicBezTo>
                  <a:pt x="24" y="18435"/>
                  <a:pt x="23" y="18390"/>
                  <a:pt x="24" y="18465"/>
                </a:cubicBezTo>
                <a:lnTo>
                  <a:pt x="38" y="18602"/>
                </a:lnTo>
                <a:lnTo>
                  <a:pt x="100" y="18709"/>
                </a:lnTo>
                <a:cubicBezTo>
                  <a:pt x="121" y="18759"/>
                  <a:pt x="50" y="18710"/>
                  <a:pt x="85" y="18816"/>
                </a:cubicBezTo>
                <a:cubicBezTo>
                  <a:pt x="9" y="18889"/>
                  <a:pt x="76" y="18998"/>
                  <a:pt x="89" y="19180"/>
                </a:cubicBezTo>
                <a:lnTo>
                  <a:pt x="100" y="19606"/>
                </a:lnTo>
                <a:cubicBezTo>
                  <a:pt x="90" y="19751"/>
                  <a:pt x="151" y="19898"/>
                  <a:pt x="175" y="20064"/>
                </a:cubicBezTo>
                <a:cubicBezTo>
                  <a:pt x="200" y="20230"/>
                  <a:pt x="243" y="20445"/>
                  <a:pt x="246" y="20602"/>
                </a:cubicBezTo>
                <a:cubicBezTo>
                  <a:pt x="243" y="20713"/>
                  <a:pt x="220" y="20762"/>
                  <a:pt x="260" y="20916"/>
                </a:cubicBezTo>
                <a:cubicBezTo>
                  <a:pt x="296" y="21006"/>
                  <a:pt x="281" y="21025"/>
                  <a:pt x="299" y="21119"/>
                </a:cubicBezTo>
                <a:cubicBezTo>
                  <a:pt x="296" y="21188"/>
                  <a:pt x="327" y="21203"/>
                  <a:pt x="337" y="21290"/>
                </a:cubicBezTo>
                <a:cubicBezTo>
                  <a:pt x="291" y="21405"/>
                  <a:pt x="279" y="21322"/>
                  <a:pt x="331" y="21474"/>
                </a:cubicBezTo>
                <a:cubicBezTo>
                  <a:pt x="306" y="21507"/>
                  <a:pt x="316" y="21532"/>
                  <a:pt x="339" y="21555"/>
                </a:cubicBezTo>
                <a:lnTo>
                  <a:pt x="397" y="21600"/>
                </a:lnTo>
                <a:lnTo>
                  <a:pt x="21539" y="21600"/>
                </a:lnTo>
                <a:lnTo>
                  <a:pt x="21539" y="5"/>
                </a:lnTo>
                <a:lnTo>
                  <a:pt x="5603" y="5"/>
                </a:lnTo>
                <a:lnTo>
                  <a:pt x="5603" y="0"/>
                </a:lnTo>
                <a:lnTo>
                  <a:pt x="3994" y="0"/>
                </a:lnTo>
                <a:lnTo>
                  <a:pt x="3994" y="5"/>
                </a:lnTo>
                <a:lnTo>
                  <a:pt x="3636" y="5"/>
                </a:lnTo>
                <a:lnTo>
                  <a:pt x="3634" y="0"/>
                </a:lnTo>
                <a:lnTo>
                  <a:pt x="181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0" name="TextBox 4"/>
          <p:cNvSpPr txBox="1"/>
          <p:nvPr/>
        </p:nvSpPr>
        <p:spPr>
          <a:xfrm>
            <a:off x="172219" y="335375"/>
            <a:ext cx="10055172" cy="639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Autofit/>
          </a:bodyPr>
          <a:lstStyle>
            <a:lvl1pPr>
              <a:defRPr sz="6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{{LYRICS</a:t>
            </a:r>
            <a:r>
              <a:rPr lang="en-US" dirty="0"/>
              <a:t>}} 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4" name="Rectangle 46"/>
          <p:cNvSpPr/>
          <p:nvPr/>
        </p:nvSpPr>
        <p:spPr>
          <a:xfrm flipH="1">
            <a:off x="-2" y="-2"/>
            <a:ext cx="12191999" cy="159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5" name="Rectangle 47"/>
          <p:cNvSpPr/>
          <p:nvPr/>
        </p:nvSpPr>
        <p:spPr>
          <a:xfrm rot="10800000" flipH="1">
            <a:off x="-4" y="-1"/>
            <a:ext cx="8115308" cy="159074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rgbClr val="0A3041">
                  <a:alpha val="55000"/>
                </a:srgbClr>
              </a:gs>
            </a:gsLst>
            <a:lin ang="13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6" name="Rectangle 48"/>
          <p:cNvSpPr/>
          <p:nvPr/>
        </p:nvSpPr>
        <p:spPr>
          <a:xfrm flipH="1">
            <a:off x="8115299" y="-2"/>
            <a:ext cx="4076699" cy="1590744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7" name="Rectangle 49"/>
          <p:cNvSpPr/>
          <p:nvPr/>
        </p:nvSpPr>
        <p:spPr>
          <a:xfrm>
            <a:off x="459350" y="-2"/>
            <a:ext cx="11732646" cy="1597435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rgbClr val="0A3041">
                  <a:alpha val="52000"/>
                </a:srgbClr>
              </a:gs>
            </a:gsLst>
            <a:lin ang="16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6332" y="1768399"/>
            <a:ext cx="11440943" cy="4811889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None/>
              <a:defRPr sz="6000">
                <a:solidFill>
                  <a:srgbClr val="0A0A0A"/>
                </a:solidFill>
              </a:defRPr>
            </a:lvl1pPr>
          </a:lstStyle>
          <a:p>
            <a:r>
              <a:t>{{VERSE TXT}}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239619" y="298814"/>
            <a:ext cx="8001846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{{VERSE REF}} 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{{TITLE}}   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54</cp:revision>
  <dcterms:modified xsi:type="dcterms:W3CDTF">2026-02-22T05:40:30Z</dcterms:modified>
</cp:coreProperties>
</file>