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8602D-7FBB-F158-43A3-9CB13E3F8D6D}" v="143" dt="2026-02-22T05:40:05.808"/>
    <p1510:client id="{5FCEA3B4-2B7C-B7E1-D8FB-EE1911AE5E39}" v="2" dt="2026-02-22T05:08:39.514"/>
    <p1510:client id="{A6BF307A-7628-A47B-58D7-A1949332B89F}" v="4" dt="2026-02-22T05:16:56.26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0">
              <a:buSzTx/>
              <a:buFontTx/>
              <a:buNone/>
              <a:defRPr sz="2400" b="1"/>
            </a:lvl2pPr>
            <a:lvl3pPr marL="0" indent="0">
              <a:buSzTx/>
              <a:buFontTx/>
              <a:buNone/>
              <a:defRPr sz="2400" b="1"/>
            </a:lvl3pPr>
            <a:lvl4pPr marL="0" indent="0">
              <a:buSzTx/>
              <a:buFontTx/>
              <a:buNone/>
              <a:defRPr sz="2400" b="1"/>
            </a:lvl4pPr>
            <a:lvl5pPr marL="0" indent="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5719" tIns="45719" rIns="45719" bIns="45719"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45719" tIns="45719" rIns="45719" bIns="45719"/>
          <a:lstStyle>
            <a:lvl3pPr marL="1234439" indent="-320039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 lIns="45719" tIns="45719" rIns="45719" bIns="45719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7" y="6404293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sz="7200" b="1">
                <a:latin typeface="Britannic Bold"/>
                <a:ea typeface="Britannic Bold"/>
                <a:cs typeface="Britannic Bold"/>
                <a:sym typeface="Britannic Bold"/>
              </a:defRPr>
            </a:pPr>
            <a:r>
              <a:t>{{TITLE}} </a:t>
            </a:r>
            <a:br/>
            <a:r>
              <a:t> 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{{LYRICS</a:t>
            </a:r>
            <a:r>
              <a:rPr lang="en-US" dirty="0"/>
              <a:t>}} 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>
              <a:defRPr/>
            </a:pPr>
            <a:r>
              <a:rPr/>
              <a:t>{{VERSE TXT}}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{{VERSE REF}} 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So the wall was finished in the</a:t>
            </a:r>
          </a:p>
          <a:p>
            <a:pPr algn="l"/>
            <a:r>
              <a:rPr i="0"/>
              <a:t>twenty and fifth </a:t>
            </a:r>
            <a:r>
              <a:rPr i="1"/>
              <a:t>day</a:t>
            </a:r>
            <a:r>
              <a:rPr i="0"/>
              <a:t> of</a:t>
            </a:r>
          </a:p>
          <a:p>
            <a:pPr algn="l"/>
            <a:r>
              <a:rPr i="1"/>
              <a:t>the month</a:t>
            </a:r>
            <a:r>
              <a:rPr i="0"/>
              <a:t> Elul, in fifty and two</a:t>
            </a:r>
          </a:p>
          <a:p>
            <a:pPr algn="l"/>
            <a:r>
              <a:rPr i="0"/>
              <a:t>days. And it came to pass,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when all our enemies heard</a:t>
            </a:r>
          </a:p>
          <a:p>
            <a:pPr algn="l"/>
            <a:r>
              <a:rPr i="1"/>
              <a:t>thereof</a:t>
            </a:r>
            <a:r>
              <a:rPr i="0"/>
              <a:t>, and all the heathen</a:t>
            </a:r>
          </a:p>
          <a:p>
            <a:pPr algn="l"/>
            <a:r>
              <a:rPr i="0"/>
              <a:t>that </a:t>
            </a:r>
            <a:r>
              <a:rPr i="1"/>
              <a:t>were</a:t>
            </a:r>
            <a:r>
              <a:rPr i="0"/>
              <a:t> about us saw</a:t>
            </a:r>
          </a:p>
          <a:p>
            <a:pPr algn="l"/>
            <a:r>
              <a:rPr i="1"/>
              <a:t>these things</a:t>
            </a:r>
            <a:r>
              <a:rPr i="0"/>
              <a:t>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they were much cast down in their</a:t>
            </a:r>
          </a:p>
          <a:p>
            <a:pPr algn="l"/>
            <a:r>
              <a:rPr i="0"/>
              <a:t>own eyes: for they perceived that</a:t>
            </a:r>
          </a:p>
          <a:p>
            <a:pPr algn="l"/>
            <a:r>
              <a:rPr i="0"/>
              <a:t>this work was wrought of our God.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Moreover in those days the nobles</a:t>
            </a:r>
          </a:p>
          <a:p>
            <a:pPr algn="l"/>
            <a:r>
              <a:rPr i="0"/>
              <a:t>of Judah sent many letters unto</a:t>
            </a:r>
          </a:p>
          <a:p>
            <a:pPr algn="l"/>
            <a:r>
              <a:rPr i="0"/>
              <a:t>Tobiah, and </a:t>
            </a:r>
            <a:r>
              <a:rPr i="1"/>
              <a:t>the letters</a:t>
            </a:r>
            <a:r>
              <a:rPr i="0"/>
              <a:t> of</a:t>
            </a:r>
          </a:p>
          <a:p>
            <a:pPr algn="l"/>
            <a:r>
              <a:rPr i="0"/>
              <a:t>Tobiah came unto them.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For </a:t>
            </a:r>
            <a:r>
              <a:rPr i="1"/>
              <a:t>there were</a:t>
            </a:r>
            <a:r>
              <a:rPr i="0"/>
              <a:t> many in Judah</a:t>
            </a:r>
          </a:p>
          <a:p>
            <a:pPr algn="l"/>
            <a:r>
              <a:rPr i="0"/>
              <a:t>sworn unto him, because he </a:t>
            </a:r>
            <a:r>
              <a:rPr i="1"/>
              <a:t>was</a:t>
            </a:r>
          </a:p>
          <a:p>
            <a:pPr algn="l"/>
            <a:r>
              <a:rPr i="0"/>
              <a:t>the son in law of Shechaniah the</a:t>
            </a:r>
          </a:p>
          <a:p>
            <a:pPr algn="l"/>
            <a:r>
              <a:rPr i="0"/>
              <a:t>son of Arah;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his son Johanan had taken the</a:t>
            </a:r>
          </a:p>
          <a:p>
            <a:pPr algn="l"/>
            <a:r>
              <a:rPr i="0"/>
              <a:t>daughter of Meshullam the son of</a:t>
            </a:r>
          </a:p>
          <a:p>
            <a:pPr algn="l"/>
            <a:r>
              <a:rPr i="0"/>
              <a:t>Berechiah. Also they reported his</a:t>
            </a:r>
          </a:p>
          <a:p>
            <a:pPr algn="l"/>
            <a:r>
              <a:rPr i="0"/>
              <a:t>good deeds before me,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uttered my words to him. </a:t>
            </a:r>
            <a:r>
              <a:rPr i="1"/>
              <a:t>And</a:t>
            </a:r>
          </a:p>
          <a:p>
            <a:pPr algn="l"/>
            <a:r>
              <a:rPr i="0"/>
              <a:t>Tobiah sent letters to put me in</a:t>
            </a:r>
          </a:p>
          <a:p>
            <a:pPr algn="l"/>
            <a:r>
              <a:rPr i="0"/>
              <a:t>fear.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6:15-19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Then the king said unto me, For</a:t>
            </a:r>
          </a:p>
          <a:p>
            <a:pPr algn="l"/>
            <a:r>
              <a:rPr i="0"/>
              <a:t>what dost thou make request? So I</a:t>
            </a:r>
          </a:p>
          <a:p>
            <a:pPr algn="l"/>
            <a:r>
              <a:rPr i="0"/>
              <a:t>prayed to the God of heaven.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2:4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 king said unto me, (the</a:t>
            </a:r>
          </a:p>
          <a:p>
            <a:pPr algn="l"/>
            <a:r>
              <a:rPr i="0"/>
              <a:t>queen also sitting by him,) For</a:t>
            </a:r>
          </a:p>
          <a:p>
            <a:pPr algn="l"/>
            <a:r>
              <a:rPr i="0"/>
              <a:t>how long shall thy journey be?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2:6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when wilt thou return? So it</a:t>
            </a:r>
          </a:p>
          <a:p>
            <a:pPr algn="l"/>
            <a:r>
              <a:rPr i="0"/>
              <a:t>pleased the king to send me; and I</a:t>
            </a:r>
          </a:p>
          <a:p>
            <a:pPr algn="l"/>
            <a:r>
              <a:rPr i="0"/>
              <a:t>set him a time.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2:6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So I came to Jerusalem, and was</a:t>
            </a:r>
          </a:p>
          <a:p>
            <a:pPr algn="l"/>
            <a:r>
              <a:rPr i="0"/>
              <a:t>there three days.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2:11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Then I told them of the hand of my</a:t>
            </a:r>
          </a:p>
          <a:p>
            <a:pPr algn="l"/>
            <a:r>
              <a:rPr i="0"/>
              <a:t>God which was good upon me; as</a:t>
            </a:r>
          </a:p>
          <a:p>
            <a:pPr algn="l"/>
            <a:r>
              <a:rPr i="0"/>
              <a:t>also the king's words that he had</a:t>
            </a:r>
          </a:p>
          <a:p>
            <a:pPr algn="l"/>
            <a:r>
              <a:rPr i="0"/>
              <a:t>spoken unto me. And they said,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2:18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Let us rise up and build. So they</a:t>
            </a:r>
          </a:p>
          <a:p>
            <a:pPr algn="l"/>
            <a:r>
              <a:rPr i="0"/>
              <a:t>strengthened their hands for</a:t>
            </a:r>
          </a:p>
          <a:p>
            <a:pPr algn="l"/>
            <a:r>
              <a:rPr i="1"/>
              <a:t>this</a:t>
            </a:r>
            <a:r>
              <a:rPr i="0"/>
              <a:t> good </a:t>
            </a:r>
            <a:r>
              <a:rPr i="1"/>
              <a:t>work</a:t>
            </a:r>
            <a:r>
              <a:rPr i="0"/>
              <a:t>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2:18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So built we the wall; and all the</a:t>
            </a:r>
          </a:p>
          <a:p>
            <a:pPr algn="l"/>
            <a:r>
              <a:rPr i="0"/>
              <a:t>wall was joined together unto the</a:t>
            </a:r>
          </a:p>
          <a:p>
            <a:pPr algn="l"/>
            <a:r>
              <a:rPr i="0"/>
              <a:t>half thereof: for the people had a</a:t>
            </a:r>
          </a:p>
          <a:p>
            <a:pPr algn="l"/>
            <a:r>
              <a:rPr i="0"/>
              <a:t>mind to work.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4:6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So we laboured in the work: and</a:t>
            </a:r>
          </a:p>
          <a:p>
            <a:pPr algn="l"/>
            <a:r>
              <a:rPr i="0"/>
              <a:t>half of them held the spears from</a:t>
            </a:r>
          </a:p>
          <a:p>
            <a:pPr algn="l"/>
            <a:r>
              <a:rPr i="0"/>
              <a:t>the rising of the morning till the</a:t>
            </a:r>
          </a:p>
          <a:p>
            <a:pPr algn="l"/>
            <a:r>
              <a:rPr i="0"/>
              <a:t>stars appeared.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4:21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So the wall was finished in the</a:t>
            </a:r>
          </a:p>
          <a:p>
            <a:pPr algn="l"/>
            <a:r>
              <a:rPr i="0"/>
              <a:t>twenty and fifth </a:t>
            </a:r>
            <a:r>
              <a:rPr i="1"/>
              <a:t>day</a:t>
            </a:r>
            <a:r>
              <a:rPr i="0"/>
              <a:t> of</a:t>
            </a:r>
          </a:p>
          <a:p>
            <a:pPr algn="l"/>
            <a:r>
              <a:rPr i="1"/>
              <a:t>the month</a:t>
            </a:r>
            <a:r>
              <a:rPr i="0"/>
              <a:t> Elul, in fifty and two</a:t>
            </a:r>
          </a:p>
          <a:p>
            <a:pPr algn="l"/>
            <a:r>
              <a:rPr i="0"/>
              <a:t>days.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Seventy weeks are determined upon</a:t>
            </a:r>
          </a:p>
          <a:p>
            <a:pPr algn="l"/>
            <a:r>
              <a:rPr i="0"/>
              <a:t>thy people and upon thy holy city,</a:t>
            </a:r>
          </a:p>
          <a:p>
            <a:pPr algn="l"/>
            <a:r>
              <a:rPr i="0"/>
              <a:t>to finish the transgression, and</a:t>
            </a:r>
          </a:p>
          <a:p>
            <a:pPr algn="l"/>
            <a:r>
              <a:rPr i="0"/>
              <a:t>to make an end of sins,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Daniel 9:24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to make reconciliation for</a:t>
            </a:r>
          </a:p>
          <a:p>
            <a:pPr algn="l"/>
            <a:r>
              <a:rPr i="0"/>
              <a:t>iniquity, and to bring in</a:t>
            </a:r>
          </a:p>
          <a:p>
            <a:pPr algn="l"/>
            <a:r>
              <a:rPr i="0"/>
              <a:t>everlasting righteousness,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Daniel 9:24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to seal up the vision and</a:t>
            </a:r>
          </a:p>
          <a:p>
            <a:pPr algn="l"/>
            <a:r>
              <a:rPr i="0"/>
              <a:t>prophecy, and to anoint the most</a:t>
            </a:r>
          </a:p>
          <a:p>
            <a:pPr algn="l"/>
            <a:r>
              <a:rPr i="0"/>
              <a:t>Holy.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Daniel 9:24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Know therefore and understand,</a:t>
            </a:r>
          </a:p>
          <a:p>
            <a:pPr algn="l"/>
            <a:r>
              <a:rPr i="1"/>
              <a:t>that</a:t>
            </a:r>
            <a:r>
              <a:rPr i="0"/>
              <a:t> from the going forth of the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Daniel 9:25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commandment to restore and to</a:t>
            </a:r>
          </a:p>
          <a:p>
            <a:pPr algn="l"/>
            <a:r>
              <a:rPr i="0"/>
              <a:t>build Jerusalem unto the Messiah</a:t>
            </a:r>
          </a:p>
          <a:p>
            <a:pPr algn="l"/>
            <a:r>
              <a:rPr i="0"/>
              <a:t>the Prince </a:t>
            </a:r>
            <a:r>
              <a:rPr i="1"/>
              <a:t>shall be</a:t>
            </a:r>
            <a:r>
              <a:rPr i="0"/>
              <a:t> seven weeks,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Daniel 9:25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threescore and two weeks: the</a:t>
            </a:r>
          </a:p>
          <a:p>
            <a:pPr algn="l"/>
            <a:r>
              <a:rPr i="0"/>
              <a:t>street shall be built again, and</a:t>
            </a:r>
          </a:p>
          <a:p>
            <a:pPr algn="l"/>
            <a:r>
              <a:rPr i="0"/>
              <a:t>the wall, even in troublous times.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Daniel 9:25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I said unto the nobles, and to</a:t>
            </a:r>
          </a:p>
          <a:p>
            <a:pPr algn="l"/>
            <a:r>
              <a:rPr i="0"/>
              <a:t>the rulers, and to the rest of the</a:t>
            </a:r>
          </a:p>
          <a:p>
            <a:pPr algn="l"/>
            <a:r>
              <a:rPr i="0"/>
              <a:t>people,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4:19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work </a:t>
            </a:r>
            <a:r>
              <a:rPr i="1"/>
              <a:t>is</a:t>
            </a:r>
            <a:r>
              <a:rPr i="0"/>
              <a:t> great and large, and</a:t>
            </a:r>
          </a:p>
          <a:p>
            <a:pPr algn="l"/>
            <a:r>
              <a:rPr i="0"/>
              <a:t>we are separated upon the wall,</a:t>
            </a:r>
          </a:p>
          <a:p>
            <a:pPr algn="l"/>
            <a:r>
              <a:rPr i="0"/>
              <a:t>one far from another.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4:19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he spake before his brethren</a:t>
            </a:r>
          </a:p>
          <a:p>
            <a:pPr algn="l"/>
            <a:r>
              <a:rPr i="0"/>
              <a:t>and the army of Samaria, and said,</a:t>
            </a:r>
          </a:p>
          <a:p>
            <a:pPr algn="l"/>
            <a:r>
              <a:rPr i="0"/>
              <a:t>What do these feeble Jews? will</a:t>
            </a:r>
          </a:p>
          <a:p>
            <a:pPr algn="l"/>
            <a:r>
              <a:rPr i="0"/>
              <a:t>they fortify themselves?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4:2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will they sacrifice? will they</a:t>
            </a:r>
          </a:p>
          <a:p>
            <a:pPr algn="l"/>
            <a:r>
              <a:rPr i="0"/>
              <a:t>make an end in a day? will they</a:t>
            </a:r>
          </a:p>
          <a:p>
            <a:pPr algn="l"/>
            <a:r>
              <a:rPr i="0"/>
              <a:t>revive the stones out of the heaps</a:t>
            </a:r>
          </a:p>
          <a:p>
            <a:pPr algn="l"/>
            <a:r>
              <a:rPr i="0"/>
              <a:t>of the rubbish which are burned?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4:2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 Song of degrees for Solomon.</a:t>
            </a:r>
          </a:p>
          <a:p>
            <a:pPr algn="l"/>
            <a:r>
              <a:rPr i="0"/>
              <a:t>Except the LORD build the house,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Psalms 127:1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they labour in vain that build it:</a:t>
            </a:r>
          </a:p>
          <a:p>
            <a:pPr algn="l"/>
            <a:r>
              <a:rPr i="0"/>
              <a:t>except the LORD keep the city, the</a:t>
            </a:r>
          </a:p>
          <a:p>
            <a:pPr algn="l"/>
            <a:r>
              <a:rPr i="0"/>
              <a:t>watchman waketh </a:t>
            </a:r>
            <a:r>
              <a:rPr i="1"/>
              <a:t>but</a:t>
            </a:r>
            <a:r>
              <a:rPr i="0"/>
              <a:t> in vain.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Psalms 127:1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he said unto me, My grace is</a:t>
            </a:r>
          </a:p>
          <a:p>
            <a:pPr algn="l"/>
            <a:r>
              <a:rPr i="0"/>
              <a:t>sufficient for thee: for my</a:t>
            </a:r>
          </a:p>
          <a:p>
            <a:pPr algn="l"/>
            <a:r>
              <a:rPr i="0"/>
              <a:t>strength is made perfect in</a:t>
            </a:r>
          </a:p>
          <a:p>
            <a:pPr algn="l"/>
            <a:r>
              <a:rPr i="0"/>
              <a:t>weakness.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Corinthians 12:9-10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Most gladly therefore will I</a:t>
            </a:r>
          </a:p>
          <a:p>
            <a:pPr algn="l"/>
            <a:r>
              <a:rPr i="0"/>
              <a:t>rather glory in my infirmities,</a:t>
            </a:r>
          </a:p>
          <a:p>
            <a:pPr algn="l"/>
            <a:r>
              <a:rPr i="0"/>
              <a:t>that the power of Christ may rest</a:t>
            </a:r>
          </a:p>
          <a:p>
            <a:pPr algn="l"/>
            <a:r>
              <a:rPr i="0"/>
              <a:t>upon me.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Corinthians 12:9-10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Therefore I take pleasure in</a:t>
            </a:r>
          </a:p>
          <a:p>
            <a:pPr algn="l"/>
            <a:r>
              <a:rPr i="0"/>
              <a:t>infirmities, in reproaches, in</a:t>
            </a:r>
          </a:p>
          <a:p>
            <a:pPr algn="l"/>
            <a:r>
              <a:rPr i="0"/>
              <a:t>necessities, in persecutions,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Corinthians 12:9-10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in distresses for Christ's sake:</a:t>
            </a:r>
          </a:p>
          <a:p>
            <a:pPr algn="l"/>
            <a:r>
              <a:rPr i="0"/>
              <a:t>for when I am weak, then am I</a:t>
            </a:r>
          </a:p>
          <a:p>
            <a:pPr algn="l"/>
            <a:r>
              <a:rPr i="0"/>
              <a:t>strong.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Corinthians 12:9-10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Jesus came and spake unto</a:t>
            </a:r>
          </a:p>
          <a:p>
            <a:pPr algn="l"/>
            <a:r>
              <a:rPr i="0"/>
              <a:t>them, saying, All power is given</a:t>
            </a:r>
          </a:p>
          <a:p>
            <a:pPr algn="l"/>
            <a:r>
              <a:rPr i="0"/>
              <a:t>unto me in heaven and in earth.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28:18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Go ye therefore, and teach all</a:t>
            </a:r>
          </a:p>
          <a:p>
            <a:pPr algn="l"/>
            <a:r>
              <a:rPr i="0"/>
              <a:t>nations, baptizing them in the</a:t>
            </a:r>
          </a:p>
          <a:p>
            <a:pPr algn="l"/>
            <a:r>
              <a:rPr i="0"/>
              <a:t>name of the Father, and of the</a:t>
            </a:r>
          </a:p>
          <a:p>
            <a:pPr algn="l"/>
            <a:r>
              <a:rPr i="0"/>
              <a:t>Son, and of the Holy Ghost: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28:19-20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Teaching them to observe all</a:t>
            </a:r>
          </a:p>
          <a:p>
            <a:pPr algn="l"/>
            <a:r>
              <a:rPr i="0"/>
              <a:t>things whatsoever I have commanded</a:t>
            </a:r>
          </a:p>
          <a:p>
            <a:pPr algn="l"/>
            <a:r>
              <a:rPr i="0"/>
              <a:t>you: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28:19-20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and, lo, I am with you alway,</a:t>
            </a:r>
          </a:p>
          <a:p>
            <a:pPr algn="l"/>
            <a:r>
              <a:rPr i="1"/>
              <a:t>even</a:t>
            </a:r>
            <a:r>
              <a:rPr i="0"/>
              <a:t> unto the end of the world.</a:t>
            </a:r>
          </a:p>
          <a:p>
            <a:pPr algn="l"/>
            <a:r>
              <a:rPr i="0"/>
              <a:t>Amen.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28:19-20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it came to pass, that when all</a:t>
            </a:r>
          </a:p>
          <a:p>
            <a:pPr algn="l"/>
            <a:r>
              <a:rPr i="0"/>
              <a:t>our enemies heard </a:t>
            </a:r>
            <a:r>
              <a:rPr i="1"/>
              <a:t>thereof</a:t>
            </a:r>
            <a:r>
              <a:rPr i="0"/>
              <a:t>, and</a:t>
            </a:r>
          </a:p>
          <a:p>
            <a:pPr algn="l"/>
            <a:r>
              <a:rPr i="0"/>
              <a:t>all the heathen that </a:t>
            </a:r>
            <a:r>
              <a:rPr i="1"/>
              <a:t>were</a:t>
            </a:r>
            <a:r>
              <a:rPr i="0"/>
              <a:t> about</a:t>
            </a:r>
          </a:p>
          <a:p>
            <a:pPr algn="l"/>
            <a:r>
              <a:rPr i="0"/>
              <a:t>us saw </a:t>
            </a:r>
            <a:r>
              <a:rPr i="1"/>
              <a:t>these things</a:t>
            </a:r>
            <a:r>
              <a:rPr i="0"/>
              <a:t>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they were much cast down in their</a:t>
            </a:r>
          </a:p>
          <a:p>
            <a:pPr algn="l"/>
            <a:r>
              <a:rPr i="0"/>
              <a:t>own eyes: for they perceived that</a:t>
            </a:r>
          </a:p>
          <a:p>
            <a:pPr algn="l"/>
            <a:r>
              <a:rPr i="0"/>
              <a:t>this work was wrought of our God.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Moreover in those days the nobles</a:t>
            </a:r>
          </a:p>
          <a:p>
            <a:pPr algn="l"/>
            <a:r>
              <a:rPr i="0"/>
              <a:t>of Judah sent many letters unto</a:t>
            </a:r>
          </a:p>
          <a:p>
            <a:pPr algn="l"/>
            <a:r>
              <a:rPr i="0"/>
              <a:t>Tobiah, and </a:t>
            </a:r>
            <a:r>
              <a:rPr i="1"/>
              <a:t>the letters</a:t>
            </a:r>
            <a:r>
              <a:rPr i="0"/>
              <a:t> of</a:t>
            </a:r>
          </a:p>
          <a:p>
            <a:pPr algn="l"/>
            <a:r>
              <a:rPr i="0"/>
              <a:t>Tobiah came unto them.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6:17-19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For </a:t>
            </a:r>
            <a:r>
              <a:rPr i="1"/>
              <a:t>there were</a:t>
            </a:r>
            <a:r>
              <a:rPr i="0"/>
              <a:t> many in Judah</a:t>
            </a:r>
          </a:p>
          <a:p>
            <a:pPr algn="l"/>
            <a:r>
              <a:rPr i="0"/>
              <a:t>sworn unto him, because he </a:t>
            </a:r>
            <a:r>
              <a:rPr i="1"/>
              <a:t>was</a:t>
            </a:r>
          </a:p>
          <a:p>
            <a:pPr algn="l"/>
            <a:r>
              <a:rPr i="0"/>
              <a:t>the son in law of Shechaniah the</a:t>
            </a:r>
          </a:p>
          <a:p>
            <a:pPr algn="l"/>
            <a:r>
              <a:rPr i="0"/>
              <a:t>son of Arah;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6:17-19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his son Johanan had taken the</a:t>
            </a:r>
          </a:p>
          <a:p>
            <a:pPr algn="l"/>
            <a:r>
              <a:rPr i="0"/>
              <a:t>daughter of Meshullam the son of</a:t>
            </a:r>
          </a:p>
          <a:p>
            <a:pPr algn="l"/>
            <a:r>
              <a:rPr i="0"/>
              <a:t>Berechiah. Also they reported his</a:t>
            </a:r>
          </a:p>
          <a:p>
            <a:pPr algn="l"/>
            <a:r>
              <a:rPr i="0"/>
              <a:t>good deeds before me,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6:17-19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uttered my words to him. </a:t>
            </a:r>
            <a:r>
              <a:rPr i="1"/>
              <a:t>And</a:t>
            </a:r>
          </a:p>
          <a:p>
            <a:pPr algn="l"/>
            <a:r>
              <a:rPr i="0"/>
              <a:t>Tobiah sent letters to put me in</a:t>
            </a:r>
          </a:p>
          <a:p>
            <a:pPr algn="l"/>
            <a:r>
              <a:rPr i="0"/>
              <a:t>fear.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6:17-19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Now when these things were done,</a:t>
            </a:r>
          </a:p>
          <a:p>
            <a:pPr algn="l"/>
            <a:r>
              <a:rPr i="0"/>
              <a:t>the princes came to me, saying,</a:t>
            </a:r>
          </a:p>
          <a:p>
            <a:pPr algn="l"/>
            <a:r>
              <a:rPr i="0"/>
              <a:t>The people of Israel, and the</a:t>
            </a:r>
          </a:p>
          <a:p>
            <a:pPr algn="l"/>
            <a:r>
              <a:rPr i="0"/>
              <a:t>priests, and the Levites,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Ezra 9:1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have not separated themselves from</a:t>
            </a:r>
          </a:p>
          <a:p>
            <a:pPr algn="l"/>
            <a:r>
              <a:rPr i="0"/>
              <a:t>the people of the lands, </a:t>
            </a:r>
            <a:r>
              <a:rPr i="1"/>
              <a:t>doing</a:t>
            </a:r>
          </a:p>
          <a:p>
            <a:pPr algn="l"/>
            <a:r>
              <a:rPr i="0"/>
              <a:t>according to their abominations,</a:t>
            </a:r>
          </a:p>
          <a:p>
            <a:pPr algn="l"/>
            <a:r>
              <a:rPr i="1"/>
              <a:t>even</a:t>
            </a:r>
            <a:r>
              <a:rPr i="0"/>
              <a:t> of the Canaanites,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Ezra 9:1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Hittites, the Perizzites, the</a:t>
            </a:r>
          </a:p>
          <a:p>
            <a:pPr algn="l"/>
            <a:r>
              <a:rPr i="0"/>
              <a:t>Jebusites, the Ammonites, the</a:t>
            </a:r>
          </a:p>
          <a:p>
            <a:pPr algn="l"/>
            <a:r>
              <a:rPr i="0"/>
              <a:t>Moabites, the Egyptians, and the</a:t>
            </a:r>
          </a:p>
          <a:p>
            <a:pPr algn="l"/>
            <a:r>
              <a:rPr i="0"/>
              <a:t>Amorites.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Ezra 9:1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Be ye not unequally yoked together</a:t>
            </a:r>
          </a:p>
          <a:p>
            <a:pPr algn="l"/>
            <a:r>
              <a:rPr i="0"/>
              <a:t>with unbelievers: for what</a:t>
            </a:r>
          </a:p>
          <a:p>
            <a:pPr algn="l"/>
            <a:r>
              <a:rPr i="0"/>
              <a:t>fellowship hath righteousness with</a:t>
            </a:r>
          </a:p>
          <a:p>
            <a:pPr algn="l"/>
            <a:r>
              <a:rPr i="0"/>
              <a:t>unrighteousness?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Corinthians 6:14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what communion hath light with</a:t>
            </a:r>
          </a:p>
          <a:p>
            <a:pPr algn="l"/>
            <a:r>
              <a:rPr i="0"/>
              <a:t>darkness?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Corinthians 6:14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Now it came to pass, when the wall</a:t>
            </a:r>
          </a:p>
          <a:p>
            <a:pPr algn="l"/>
            <a:r>
              <a:rPr i="0"/>
              <a:t>was built, and I had set up the</a:t>
            </a:r>
          </a:p>
          <a:p>
            <a:pPr algn="l"/>
            <a:r>
              <a:rPr i="0"/>
              <a:t>doors,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7:1-4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 porters and the singers</a:t>
            </a:r>
          </a:p>
          <a:p>
            <a:pPr algn="l"/>
            <a:r>
              <a:rPr i="0"/>
              <a:t>and the Levites were appointed,</a:t>
            </a:r>
          </a:p>
          <a:p>
            <a:pPr algn="l"/>
            <a:r>
              <a:rPr i="0"/>
              <a:t>That I gave my brother Hanani, and</a:t>
            </a:r>
          </a:p>
          <a:p>
            <a:pPr algn="l"/>
            <a:r>
              <a:rPr i="0"/>
              <a:t>Hananiah the ruler of the palace,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7:1-4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charge over Jerusalem: for he</a:t>
            </a:r>
          </a:p>
          <a:p>
            <a:pPr algn="l"/>
            <a:r>
              <a:rPr i="1"/>
              <a:t>was</a:t>
            </a:r>
            <a:r>
              <a:rPr i="0"/>
              <a:t> a faithful man, and feared</a:t>
            </a:r>
          </a:p>
          <a:p>
            <a:pPr algn="l"/>
            <a:r>
              <a:rPr i="0"/>
              <a:t>God above many. And I said unto</a:t>
            </a:r>
          </a:p>
          <a:p>
            <a:pPr algn="l"/>
            <a:r>
              <a:rPr i="0"/>
              <a:t>them,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7:1-4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Let not the gates of Jerusalem be</a:t>
            </a:r>
          </a:p>
          <a:p>
            <a:pPr algn="l"/>
            <a:r>
              <a:rPr i="0"/>
              <a:t>opened until the sun be hot; and</a:t>
            </a:r>
          </a:p>
          <a:p>
            <a:pPr algn="l"/>
            <a:r>
              <a:rPr i="0"/>
              <a:t>while they stand by, let them shut</a:t>
            </a:r>
          </a:p>
          <a:p>
            <a:pPr algn="l"/>
            <a:r>
              <a:rPr i="0"/>
              <a:t>the doors, and bar </a:t>
            </a:r>
            <a:r>
              <a:rPr i="1"/>
              <a:t>them</a:t>
            </a:r>
            <a:r>
              <a:rPr i="0"/>
              <a:t>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7:1-4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appoint watches of the</a:t>
            </a:r>
          </a:p>
          <a:p>
            <a:pPr algn="l"/>
            <a:r>
              <a:rPr i="0"/>
              <a:t>inhabitants of Jerusalem, every</a:t>
            </a:r>
          </a:p>
          <a:p>
            <a:pPr algn="l"/>
            <a:r>
              <a:rPr i="0"/>
              <a:t>one in his watch, and every one</a:t>
            </a:r>
          </a:p>
          <a:p>
            <a:pPr algn="l"/>
            <a:r>
              <a:rPr i="1"/>
              <a:t>to be</a:t>
            </a:r>
            <a:r>
              <a:rPr i="0"/>
              <a:t> over against his house.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7:1-4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Now the city </a:t>
            </a:r>
            <a:r>
              <a:rPr i="1"/>
              <a:t>was</a:t>
            </a:r>
            <a:r>
              <a:rPr i="0"/>
              <a:t> large and</a:t>
            </a:r>
          </a:p>
          <a:p>
            <a:pPr algn="l"/>
            <a:r>
              <a:rPr i="0"/>
              <a:t>great: but the people </a:t>
            </a:r>
            <a:r>
              <a:rPr i="1"/>
              <a:t>were</a:t>
            </a:r>
            <a:r>
              <a:rPr i="0"/>
              <a:t> few</a:t>
            </a:r>
          </a:p>
          <a:p>
            <a:pPr algn="l"/>
            <a:r>
              <a:rPr i="0"/>
              <a:t>therein, and the houses </a:t>
            </a:r>
            <a:r>
              <a:rPr i="1"/>
              <a:t>were</a:t>
            </a:r>
            <a:r>
              <a:rPr i="0"/>
              <a:t> not</a:t>
            </a:r>
          </a:p>
          <a:p>
            <a:pPr algn="l"/>
            <a:r>
              <a:rPr i="0"/>
              <a:t>builded.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7:1-4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For whatsoever things were written</a:t>
            </a:r>
          </a:p>
          <a:p>
            <a:pPr algn="l"/>
            <a:r>
              <a:rPr i="0"/>
              <a:t>aforetime were written for our</a:t>
            </a:r>
          </a:p>
          <a:p>
            <a:pPr algn="l"/>
            <a:r>
              <a:rPr i="0"/>
              <a:t>learning,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Romans 15:4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we through patience and</a:t>
            </a:r>
          </a:p>
          <a:p>
            <a:pPr algn="l"/>
            <a:r>
              <a:rPr i="0"/>
              <a:t>comfort of the scriptures might</a:t>
            </a:r>
          </a:p>
          <a:p>
            <a:pPr algn="l"/>
            <a:r>
              <a:rPr i="0"/>
              <a:t>have hope.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Romans 15:4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 LORD spake unto Moses,</a:t>
            </a:r>
          </a:p>
          <a:p>
            <a:pPr algn="l"/>
            <a:r>
              <a:rPr i="0"/>
              <a:t>saying, And I, behold, I have</a:t>
            </a:r>
          </a:p>
          <a:p>
            <a:pPr algn="l"/>
            <a:r>
              <a:rPr i="0"/>
              <a:t>taken the Levites from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Numbers 3:11-12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among the children of Israel</a:t>
            </a:r>
          </a:p>
          <a:p>
            <a:pPr algn="l"/>
            <a:r>
              <a:rPr i="0"/>
              <a:t>instead of all the firstborn that</a:t>
            </a:r>
          </a:p>
          <a:p>
            <a:pPr algn="l"/>
            <a:r>
              <a:rPr i="0"/>
              <a:t>openeth the matrix among the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Numbers 3:11-12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children of Israel: therefore the</a:t>
            </a:r>
          </a:p>
          <a:p>
            <a:pPr algn="l"/>
            <a:r>
              <a:rPr i="0"/>
              <a:t>Levites shall be mine;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Numbers 3:11-12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Aaron shall offer the Levites</a:t>
            </a:r>
          </a:p>
          <a:p>
            <a:pPr algn="l"/>
            <a:r>
              <a:rPr i="0"/>
              <a:t>before the LORD </a:t>
            </a:r>
            <a:r>
              <a:rPr i="1"/>
              <a:t>for</a:t>
            </a:r>
            <a:r>
              <a:rPr i="0"/>
              <a:t> an offering</a:t>
            </a:r>
          </a:p>
          <a:p>
            <a:pPr algn="l"/>
            <a:r>
              <a:rPr i="0"/>
              <a:t>of the children of Israel,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Numbers 8:11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they may execute the service</a:t>
            </a:r>
          </a:p>
          <a:p>
            <a:pPr algn="l"/>
            <a:r>
              <a:rPr i="0"/>
              <a:t>of the LORD.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Numbers 8:11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ye </a:t>
            </a:r>
            <a:r>
              <a:rPr i="1"/>
              <a:t>are</a:t>
            </a:r>
            <a:r>
              <a:rPr i="0"/>
              <a:t> a chosen generation,</a:t>
            </a:r>
          </a:p>
          <a:p>
            <a:pPr algn="l"/>
            <a:r>
              <a:rPr i="0"/>
              <a:t>a royal priesthood, an holy</a:t>
            </a:r>
          </a:p>
          <a:p>
            <a:pPr algn="l"/>
            <a:r>
              <a:rPr i="0"/>
              <a:t>nation, a peculiar people;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Peter 2:9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ye should shew forth the</a:t>
            </a:r>
          </a:p>
          <a:p>
            <a:pPr algn="l"/>
            <a:r>
              <a:rPr i="0"/>
              <a:t>praises of him who hath called you</a:t>
            </a:r>
          </a:p>
          <a:p>
            <a:pPr algn="l"/>
            <a:r>
              <a:rPr i="0"/>
              <a:t>out of darkness into his</a:t>
            </a:r>
          </a:p>
          <a:p>
            <a:pPr algn="l"/>
            <a:r>
              <a:rPr i="0"/>
              <a:t>marvellous light: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Peter 2:9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This </a:t>
            </a:r>
            <a:r>
              <a:rPr i="1"/>
              <a:t>is</a:t>
            </a:r>
            <a:r>
              <a:rPr i="0"/>
              <a:t> the thing that ye shall</a:t>
            </a:r>
          </a:p>
          <a:p>
            <a:pPr algn="l"/>
            <a:r>
              <a:rPr i="0"/>
              <a:t>do;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Chronicles 23:4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 third part of you entering on</a:t>
            </a:r>
          </a:p>
          <a:p>
            <a:pPr algn="l"/>
            <a:r>
              <a:rPr i="0"/>
              <a:t>the sabbath, of the priests and of</a:t>
            </a:r>
          </a:p>
          <a:p>
            <a:pPr algn="l"/>
            <a:r>
              <a:rPr i="0"/>
              <a:t>the Levites, </a:t>
            </a:r>
            <a:r>
              <a:rPr i="1"/>
              <a:t>shall be</a:t>
            </a:r>
            <a:r>
              <a:rPr i="0"/>
              <a:t> porters of</a:t>
            </a:r>
          </a:p>
          <a:p>
            <a:pPr algn="l"/>
            <a:r>
              <a:rPr i="0"/>
              <a:t>the doors;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Chronicles 23:4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All these </a:t>
            </a:r>
            <a:r>
              <a:rPr i="1"/>
              <a:t>which were</a:t>
            </a:r>
            <a:r>
              <a:rPr i="0"/>
              <a:t> chosen to</a:t>
            </a:r>
          </a:p>
          <a:p>
            <a:pPr algn="l"/>
            <a:r>
              <a:rPr i="0"/>
              <a:t>be porters in the gates </a:t>
            </a:r>
            <a:r>
              <a:rPr i="1"/>
              <a:t>were</a:t>
            </a:r>
            <a:r>
              <a:rPr i="0"/>
              <a:t> two</a:t>
            </a:r>
          </a:p>
          <a:p>
            <a:pPr algn="l"/>
            <a:r>
              <a:rPr i="0"/>
              <a:t>hundred and twelve.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Chronicles 9:22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These were reckoned by their</a:t>
            </a:r>
          </a:p>
          <a:p>
            <a:pPr algn="l"/>
            <a:r>
              <a:rPr i="0"/>
              <a:t>genealogy in their villages, whom</a:t>
            </a:r>
          </a:p>
          <a:p>
            <a:pPr algn="l"/>
            <a:r>
              <a:rPr i="0"/>
              <a:t>David and Samuel the seer did</a:t>
            </a:r>
          </a:p>
          <a:p>
            <a:pPr algn="l"/>
            <a:r>
              <a:rPr i="0"/>
              <a:t>ordain in their set office.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Chronicles 9:22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he set the porters at the</a:t>
            </a:r>
          </a:p>
          <a:p>
            <a:pPr algn="l"/>
            <a:r>
              <a:rPr i="0"/>
              <a:t>gates of the house of the LORD,</a:t>
            </a:r>
          </a:p>
          <a:p>
            <a:pPr algn="l"/>
            <a:r>
              <a:rPr i="0"/>
              <a:t>that none </a:t>
            </a:r>
            <a:r>
              <a:rPr i="1"/>
              <a:t>which was</a:t>
            </a:r>
            <a:r>
              <a:rPr i="0"/>
              <a:t> unclean in</a:t>
            </a:r>
          </a:p>
          <a:p>
            <a:pPr algn="l"/>
            <a:r>
              <a:rPr i="0"/>
              <a:t>any thing should enter in.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Chronicles 23:19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these </a:t>
            </a:r>
            <a:r>
              <a:rPr i="1"/>
              <a:t>are they</a:t>
            </a:r>
            <a:r>
              <a:rPr i="0"/>
              <a:t> whom David</a:t>
            </a:r>
          </a:p>
          <a:p>
            <a:pPr algn="l"/>
            <a:r>
              <a:rPr i="0"/>
              <a:t>set over the service of song in</a:t>
            </a:r>
          </a:p>
          <a:p>
            <a:pPr algn="l"/>
            <a:r>
              <a:rPr i="0"/>
              <a:t>the house of the LORD, after that</a:t>
            </a:r>
          </a:p>
          <a:p>
            <a:pPr algn="l"/>
            <a:r>
              <a:rPr i="0"/>
              <a:t>the ark had rest.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Chronicles 6:31-32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they ministered before the</a:t>
            </a:r>
          </a:p>
          <a:p>
            <a:pPr algn="l"/>
            <a:r>
              <a:rPr i="0"/>
              <a:t>dwelling place of the tabernacle</a:t>
            </a:r>
          </a:p>
          <a:p>
            <a:pPr algn="l"/>
            <a:r>
              <a:rPr i="0"/>
              <a:t>of the congregation with singing,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Chronicles 6:31-32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until Solomon had built the house</a:t>
            </a:r>
          </a:p>
          <a:p>
            <a:pPr algn="l"/>
            <a:r>
              <a:rPr i="0"/>
              <a:t>of the LORD in Jerusalem: and</a:t>
            </a:r>
          </a:p>
          <a:p>
            <a:pPr algn="l"/>
            <a:r>
              <a:rPr i="1"/>
              <a:t>then</a:t>
            </a:r>
            <a:r>
              <a:rPr i="0"/>
              <a:t> they waited on their office</a:t>
            </a:r>
          </a:p>
          <a:p>
            <a:pPr algn="l"/>
            <a:r>
              <a:rPr i="0"/>
              <a:t>according to their order.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Chronicles 6:31-32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the hour cometh, and now is,</a:t>
            </a:r>
          </a:p>
          <a:p>
            <a:pPr algn="l"/>
            <a:r>
              <a:rPr i="0"/>
              <a:t>when the true worshippers shall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4:23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worship the Father in spirit and</a:t>
            </a:r>
          </a:p>
          <a:p>
            <a:pPr algn="l"/>
            <a:r>
              <a:rPr i="0"/>
              <a:t>in truth: for the Father seeketh</a:t>
            </a:r>
          </a:p>
          <a:p>
            <a:pPr algn="l"/>
            <a:r>
              <a:rPr i="0"/>
              <a:t>such to worship him.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4:23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Jesus answered and said unto</a:t>
            </a:r>
          </a:p>
          <a:p>
            <a:pPr algn="l"/>
            <a:r>
              <a:rPr i="0"/>
              <a:t>her, Martha, Martha, thou art</a:t>
            </a:r>
          </a:p>
          <a:p>
            <a:pPr algn="l"/>
            <a:r>
              <a:rPr i="0"/>
              <a:t>careful and troubled about many</a:t>
            </a:r>
          </a:p>
          <a:p>
            <a:pPr algn="l"/>
            <a:r>
              <a:rPr i="0"/>
              <a:t>things: But one thing is needful: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Luke 10:41-42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Mary hath chosen that good</a:t>
            </a:r>
          </a:p>
          <a:p>
            <a:pPr algn="l"/>
            <a:r>
              <a:rPr i="0"/>
              <a:t>part, which shall not be taken</a:t>
            </a:r>
          </a:p>
          <a:p>
            <a:pPr algn="l"/>
            <a:r>
              <a:rPr i="0"/>
              <a:t>away from her.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Luke 10:41-42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These shall make war with the</a:t>
            </a:r>
          </a:p>
          <a:p>
            <a:pPr algn="l"/>
            <a:r>
              <a:rPr i="0"/>
              <a:t>Lamb, and the Lamb shall overcome</a:t>
            </a:r>
          </a:p>
          <a:p>
            <a:pPr algn="l"/>
            <a:r>
              <a:rPr i="0"/>
              <a:t>them: for he is Lord of lords,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Revelation 17:14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King of kings: and they that</a:t>
            </a:r>
          </a:p>
          <a:p>
            <a:pPr algn="l"/>
            <a:r>
              <a:rPr i="0"/>
              <a:t>are with him </a:t>
            </a:r>
            <a:r>
              <a:rPr i="1"/>
              <a:t>are</a:t>
            </a:r>
            <a:r>
              <a:rPr i="0"/>
              <a:t> called, and</a:t>
            </a:r>
          </a:p>
          <a:p>
            <a:pPr algn="l"/>
            <a:r>
              <a:rPr i="0"/>
              <a:t>chosen, and faithful.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Revelation 17:14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For many are called, but few </a:t>
            </a:r>
            <a:r>
              <a:rPr i="1"/>
              <a:t>are</a:t>
            </a:r>
          </a:p>
          <a:p>
            <a:pPr algn="l"/>
            <a:r>
              <a:rPr i="0"/>
              <a:t>chosen.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22:14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Most men will proclaim every one</a:t>
            </a:r>
          </a:p>
          <a:p>
            <a:pPr algn="l"/>
            <a:r>
              <a:rPr i="0"/>
              <a:t>his own goodness: but a faithful</a:t>
            </a:r>
          </a:p>
          <a:p>
            <a:pPr algn="l"/>
            <a:r>
              <a:rPr i="0"/>
              <a:t>man who can find?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Proverbs 20:6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Let a man so account of us, as of</a:t>
            </a:r>
          </a:p>
          <a:p>
            <a:pPr algn="l"/>
            <a:r>
              <a:rPr i="0"/>
              <a:t>the ministers of Christ, and</a:t>
            </a:r>
          </a:p>
          <a:p>
            <a:pPr algn="l"/>
            <a:r>
              <a:rPr i="0"/>
              <a:t>stewards of the mysteries of God.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Corinthians 4:1-2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Moreover it is required in</a:t>
            </a:r>
          </a:p>
          <a:p>
            <a:pPr algn="l"/>
            <a:r>
              <a:rPr i="0"/>
              <a:t>stewards, that a man be found</a:t>
            </a:r>
          </a:p>
          <a:p>
            <a:pPr algn="l"/>
            <a:r>
              <a:rPr i="0"/>
              <a:t>faithful.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Corinthians 4:1-2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He that is faithful in that which</a:t>
            </a:r>
          </a:p>
          <a:p>
            <a:pPr algn="l"/>
            <a:r>
              <a:rPr i="0"/>
              <a:t>is least is faithful also in much:</a:t>
            </a:r>
          </a:p>
          <a:p>
            <a:pPr algn="l"/>
            <a:r>
              <a:rPr i="0"/>
              <a:t>and he that is unjust in the least</a:t>
            </a:r>
          </a:p>
          <a:p>
            <a:pPr algn="l"/>
            <a:r>
              <a:rPr i="0"/>
              <a:t>is unjust also in much.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Luke 16:10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Whether therefore ye eat, or</a:t>
            </a:r>
          </a:p>
          <a:p>
            <a:pPr algn="l"/>
            <a:r>
              <a:rPr i="0"/>
              <a:t>drink, or whatsoever ye do, do all</a:t>
            </a:r>
          </a:p>
          <a:p>
            <a:pPr algn="l"/>
            <a:r>
              <a:rPr i="0"/>
              <a:t>to the glory of God.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Corinthians 10:31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my God put into mine heart to</a:t>
            </a:r>
          </a:p>
          <a:p>
            <a:pPr algn="l"/>
            <a:r>
              <a:rPr i="0"/>
              <a:t>gather together the nobles, and</a:t>
            </a:r>
          </a:p>
          <a:p>
            <a:pPr algn="l"/>
            <a:r>
              <a:rPr i="0"/>
              <a:t>the rulers, and the people,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they might be reckoned by</a:t>
            </a:r>
          </a:p>
          <a:p>
            <a:pPr algn="l"/>
            <a:r>
              <a:rPr i="0"/>
              <a:t>genealogy. And I found a register</a:t>
            </a:r>
          </a:p>
          <a:p>
            <a:pPr algn="l"/>
            <a:r>
              <a:rPr i="0"/>
              <a:t>of the genealogy of them which</a:t>
            </a:r>
          </a:p>
          <a:p>
            <a:pPr algn="l"/>
            <a:r>
              <a:rPr i="0"/>
              <a:t>came up at the first,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found written therein, These</a:t>
            </a:r>
          </a:p>
          <a:p>
            <a:pPr algn="l"/>
            <a:r>
              <a:rPr i="1"/>
              <a:t>are</a:t>
            </a:r>
            <a:r>
              <a:rPr i="0"/>
              <a:t> the children of the</a:t>
            </a:r>
          </a:p>
          <a:p>
            <a:pPr algn="l"/>
            <a:r>
              <a:rPr i="0"/>
              <a:t>province, that went up out of the</a:t>
            </a:r>
          </a:p>
          <a:p>
            <a:pPr algn="l"/>
            <a:r>
              <a:rPr i="0"/>
              <a:t>captivity,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of those that had been carried</a:t>
            </a:r>
          </a:p>
          <a:p>
            <a:pPr algn="l"/>
            <a:r>
              <a:rPr i="0"/>
              <a:t>away, whom Nebuchadnezzar the king</a:t>
            </a:r>
          </a:p>
          <a:p>
            <a:pPr algn="l"/>
            <a:r>
              <a:rPr i="0"/>
              <a:t>of Babylon had carried away,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came again to Jerusalem and to</a:t>
            </a:r>
          </a:p>
          <a:p>
            <a:pPr algn="l"/>
            <a:r>
              <a:rPr i="0"/>
              <a:t>Judah, every one unto his city;</a:t>
            </a:r>
          </a:p>
          <a:p>
            <a:pPr algn="l"/>
            <a:r>
              <a:rPr i="0"/>
              <a:t>Who came with Zerubbabel, Jeshua,</a:t>
            </a:r>
          </a:p>
          <a:p>
            <a:pPr algn="l"/>
            <a:r>
              <a:rPr i="0"/>
              <a:t>Nehemiah, Azariah, Raamiah,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Nahamani, Mordecai, Bilshan,</a:t>
            </a:r>
          </a:p>
          <a:p>
            <a:pPr algn="l"/>
            <a:r>
              <a:rPr i="0"/>
              <a:t>Mispereth, Bigvai, Nehum, Baanah.</a:t>
            </a:r>
          </a:p>
          <a:p>
            <a:pPr algn="l"/>
            <a:r>
              <a:rPr i="0"/>
              <a:t>The number, </a:t>
            </a:r>
            <a:r>
              <a:rPr i="1"/>
              <a:t>I say</a:t>
            </a:r>
            <a:r>
              <a:rPr i="0"/>
              <a:t>, of the men of</a:t>
            </a:r>
          </a:p>
          <a:p>
            <a:pPr algn="l"/>
            <a:r>
              <a:rPr i="0"/>
              <a:t>the people of Israel </a:t>
            </a:r>
            <a:r>
              <a:rPr i="1"/>
              <a:t>was this</a:t>
            </a:r>
            <a:r>
              <a:rPr i="0"/>
              <a:t>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Parosh, two</a:t>
            </a:r>
          </a:p>
          <a:p>
            <a:pPr algn="l"/>
            <a:r>
              <a:rPr i="0"/>
              <a:t>thousand an hundred seventy and</a:t>
            </a:r>
          </a:p>
          <a:p>
            <a:pPr algn="l"/>
            <a:r>
              <a:rPr i="0"/>
              <a:t>two. The children of Shephatiah,</a:t>
            </a:r>
          </a:p>
          <a:p>
            <a:pPr algn="l"/>
            <a:r>
              <a:rPr i="0"/>
              <a:t>three hundred seventy and two.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Arah, six hundred</a:t>
            </a:r>
          </a:p>
          <a:p>
            <a:pPr algn="l"/>
            <a:r>
              <a:rPr i="0"/>
              <a:t>fifty and two. The children of</a:t>
            </a:r>
          </a:p>
          <a:p>
            <a:pPr algn="l"/>
            <a:r>
              <a:rPr i="0"/>
              <a:t>Pahathmoab, of the children of</a:t>
            </a:r>
          </a:p>
          <a:p>
            <a:pPr algn="l"/>
            <a:r>
              <a:rPr i="0"/>
              <a:t>Jeshua and Joab,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two thousand and eight hundred</a:t>
            </a:r>
          </a:p>
          <a:p>
            <a:pPr algn="l"/>
            <a:r>
              <a:rPr i="1"/>
              <a:t>and</a:t>
            </a:r>
            <a:r>
              <a:rPr i="0"/>
              <a:t> eighteen. The children of</a:t>
            </a:r>
          </a:p>
          <a:p>
            <a:pPr algn="l"/>
            <a:r>
              <a:rPr i="0"/>
              <a:t>Elam, a thousand two hundred fifty</a:t>
            </a:r>
          </a:p>
          <a:p>
            <a:pPr algn="l"/>
            <a:r>
              <a:rPr i="0"/>
              <a:t>and four. The children of Zattu,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eight hundred forty and five. The</a:t>
            </a:r>
          </a:p>
          <a:p>
            <a:pPr algn="l"/>
            <a:r>
              <a:rPr i="0"/>
              <a:t>children of Zaccai, seven hundred</a:t>
            </a:r>
          </a:p>
          <a:p>
            <a:pPr algn="l"/>
            <a:r>
              <a:rPr i="0"/>
              <a:t>and threescore. The children of</a:t>
            </a:r>
          </a:p>
          <a:p>
            <a:pPr algn="l"/>
            <a:r>
              <a:rPr i="0"/>
              <a:t>Binnui,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six hundred forty and eight. The</a:t>
            </a:r>
          </a:p>
          <a:p>
            <a:pPr algn="l"/>
            <a:r>
              <a:rPr i="0"/>
              <a:t>children of Bebai, six hundred</a:t>
            </a:r>
          </a:p>
          <a:p>
            <a:pPr algn="l"/>
            <a:r>
              <a:rPr i="0"/>
              <a:t>twenty and eight. The children of</a:t>
            </a:r>
          </a:p>
          <a:p>
            <a:pPr algn="l"/>
            <a:r>
              <a:rPr i="0"/>
              <a:t>Azgad,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two thousand three hundred twenty</a:t>
            </a:r>
          </a:p>
          <a:p>
            <a:pPr algn="l"/>
            <a:r>
              <a:rPr i="0"/>
              <a:t>and two. The children of Adonikam,</a:t>
            </a:r>
          </a:p>
          <a:p>
            <a:pPr algn="l"/>
            <a:r>
              <a:rPr i="0"/>
              <a:t>six hundred threescore and seven.</a:t>
            </a:r>
          </a:p>
          <a:p>
            <a:pPr algn="l"/>
            <a:r>
              <a:rPr i="0"/>
              <a:t>The children of Bigvai,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two thousand threescore and seven.</a:t>
            </a:r>
          </a:p>
          <a:p>
            <a:pPr algn="l"/>
            <a:r>
              <a:rPr i="0"/>
              <a:t>The children of Adin, six hundred</a:t>
            </a:r>
          </a:p>
          <a:p>
            <a:pPr algn="l"/>
            <a:r>
              <a:rPr i="0"/>
              <a:t>fifty and five. The children of</a:t>
            </a:r>
          </a:p>
          <a:p>
            <a:pPr algn="l"/>
            <a:r>
              <a:rPr i="0"/>
              <a:t>Ater of Hezekiah,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ninety and eight. The children of</a:t>
            </a:r>
          </a:p>
          <a:p>
            <a:pPr algn="l"/>
            <a:r>
              <a:rPr i="0"/>
              <a:t>Hashum, three hundred twenty and</a:t>
            </a:r>
          </a:p>
          <a:p>
            <a:pPr algn="l"/>
            <a:r>
              <a:rPr i="0"/>
              <a:t>eight. The children of Bezai,</a:t>
            </a:r>
          </a:p>
          <a:p>
            <a:pPr algn="l"/>
            <a:r>
              <a:rPr i="0"/>
              <a:t>three hundred twenty and four.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Hariph, an hundred</a:t>
            </a:r>
          </a:p>
          <a:p>
            <a:pPr algn="l"/>
            <a:r>
              <a:rPr i="0"/>
              <a:t>and twelve. The children of</a:t>
            </a:r>
          </a:p>
          <a:p>
            <a:pPr algn="l"/>
            <a:r>
              <a:rPr i="0"/>
              <a:t>Gibeon, ninety and five. The men</a:t>
            </a:r>
          </a:p>
          <a:p>
            <a:pPr algn="l"/>
            <a:r>
              <a:rPr i="0"/>
              <a:t>of Bethlehem and Netophah,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 hundred fourscore and eight.</a:t>
            </a:r>
          </a:p>
          <a:p>
            <a:pPr algn="l"/>
            <a:r>
              <a:rPr i="0"/>
              <a:t>The men of Anathoth, an hundred</a:t>
            </a:r>
          </a:p>
          <a:p>
            <a:pPr algn="l"/>
            <a:r>
              <a:rPr i="0"/>
              <a:t>twenty and eight. The men of</a:t>
            </a:r>
          </a:p>
          <a:p>
            <a:pPr algn="l"/>
            <a:r>
              <a:rPr i="0"/>
              <a:t>Bethazmaveth, forty and two.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men of Kirjathjearim,</a:t>
            </a:r>
          </a:p>
          <a:p>
            <a:pPr algn="l"/>
            <a:r>
              <a:rPr i="0"/>
              <a:t>Chephirah, and Beeroth, seven</a:t>
            </a:r>
          </a:p>
          <a:p>
            <a:pPr algn="l"/>
            <a:r>
              <a:rPr i="0"/>
              <a:t>hundred forty and three. The men</a:t>
            </a:r>
          </a:p>
          <a:p>
            <a:pPr algn="l"/>
            <a:r>
              <a:rPr i="0"/>
              <a:t>of Ramah and Geba,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six hundred twenty and one. The</a:t>
            </a:r>
          </a:p>
          <a:p>
            <a:pPr algn="l"/>
            <a:r>
              <a:rPr i="0"/>
              <a:t>men of Michmas, an hundred and</a:t>
            </a:r>
          </a:p>
          <a:p>
            <a:pPr algn="l"/>
            <a:r>
              <a:rPr i="0"/>
              <a:t>twenty and two. The men of Bethel</a:t>
            </a:r>
          </a:p>
          <a:p>
            <a:pPr algn="l"/>
            <a:r>
              <a:rPr i="0"/>
              <a:t>and Ai,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 hundred twenty and three. The</a:t>
            </a:r>
          </a:p>
          <a:p>
            <a:pPr algn="l"/>
            <a:r>
              <a:rPr i="0"/>
              <a:t>men of the other Nebo, fifty and</a:t>
            </a:r>
          </a:p>
          <a:p>
            <a:pPr algn="l"/>
            <a:r>
              <a:rPr i="0"/>
              <a:t>two. The children of the other</a:t>
            </a:r>
          </a:p>
          <a:p>
            <a:pPr algn="l"/>
            <a:r>
              <a:rPr i="0"/>
              <a:t>Elam,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 thousand two hundred fifty and</a:t>
            </a:r>
          </a:p>
          <a:p>
            <a:pPr algn="l"/>
            <a:r>
              <a:rPr i="0"/>
              <a:t>four. The children of Harim, three</a:t>
            </a:r>
          </a:p>
          <a:p>
            <a:pPr algn="l"/>
            <a:r>
              <a:rPr i="0"/>
              <a:t>hundred and twenty. The children</a:t>
            </a:r>
          </a:p>
          <a:p>
            <a:pPr algn="l"/>
            <a:r>
              <a:rPr i="0"/>
              <a:t>of Jericho,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three hundred forty and five. The</a:t>
            </a:r>
          </a:p>
          <a:p>
            <a:pPr algn="l"/>
            <a:r>
              <a:rPr i="0"/>
              <a:t>children of Lod, Hadid, and Ono,</a:t>
            </a:r>
          </a:p>
          <a:p>
            <a:pPr algn="l"/>
            <a:r>
              <a:rPr i="0"/>
              <a:t>seven hundred twenty and one. The</a:t>
            </a:r>
          </a:p>
          <a:p>
            <a:pPr algn="l"/>
            <a:r>
              <a:rPr i="0"/>
              <a:t>children of Senaah,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three thousand nine hundred and</a:t>
            </a:r>
          </a:p>
          <a:p>
            <a:pPr algn="l"/>
            <a:r>
              <a:rPr i="0"/>
              <a:t>thirty. The priests: the children</a:t>
            </a:r>
          </a:p>
          <a:p>
            <a:pPr algn="l"/>
            <a:r>
              <a:rPr i="0"/>
              <a:t>of Jedaiah, of the house of</a:t>
            </a:r>
          </a:p>
          <a:p>
            <a:pPr algn="l"/>
            <a:r>
              <a:rPr i="0"/>
              <a:t>Jeshua,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nine hundred seventy and three.</a:t>
            </a:r>
          </a:p>
          <a:p>
            <a:pPr algn="l"/>
            <a:r>
              <a:rPr i="0"/>
              <a:t>The children of Immer, a thousand</a:t>
            </a:r>
          </a:p>
          <a:p>
            <a:pPr algn="l"/>
            <a:r>
              <a:rPr i="0"/>
              <a:t>fifty and two. The children of</a:t>
            </a:r>
          </a:p>
          <a:p>
            <a:pPr algn="l"/>
            <a:r>
              <a:rPr i="0"/>
              <a:t>Pashur,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 thousand two hundred forty and</a:t>
            </a:r>
          </a:p>
          <a:p>
            <a:pPr algn="l"/>
            <a:r>
              <a:rPr i="0"/>
              <a:t>seven. The children of Harim, a</a:t>
            </a:r>
          </a:p>
          <a:p>
            <a:pPr algn="l"/>
            <a:r>
              <a:rPr i="0"/>
              <a:t>thousand and seventeen. The</a:t>
            </a:r>
          </a:p>
          <a:p>
            <a:pPr algn="l"/>
            <a:r>
              <a:rPr i="0"/>
              <a:t>Levites: the children of Jeshua,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of Kadmiel, </a:t>
            </a:r>
            <a:r>
              <a:rPr i="1"/>
              <a:t>and</a:t>
            </a:r>
            <a:r>
              <a:rPr i="0"/>
              <a:t> of the children</a:t>
            </a:r>
          </a:p>
          <a:p>
            <a:pPr algn="l"/>
            <a:r>
              <a:rPr i="0"/>
              <a:t>of Hodevah, seventy and four. The</a:t>
            </a:r>
          </a:p>
          <a:p>
            <a:pPr algn="l"/>
            <a:r>
              <a:rPr i="0"/>
              <a:t>singers: the children of Asaph, an</a:t>
            </a:r>
          </a:p>
          <a:p>
            <a:pPr algn="l"/>
            <a:r>
              <a:rPr i="0"/>
              <a:t>hundred forty and eight.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porters: the children of</a:t>
            </a:r>
          </a:p>
          <a:p>
            <a:pPr algn="l"/>
            <a:r>
              <a:rPr i="0"/>
              <a:t>Shallum, the children of Ater, the</a:t>
            </a:r>
          </a:p>
          <a:p>
            <a:pPr algn="l"/>
            <a:r>
              <a:rPr i="0"/>
              <a:t>children of Talmon, the children</a:t>
            </a:r>
          </a:p>
          <a:p>
            <a:pPr algn="l"/>
            <a:r>
              <a:rPr i="0"/>
              <a:t>of Akkub, the children of Hatita,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Shobai, an hundred</a:t>
            </a:r>
          </a:p>
          <a:p>
            <a:pPr algn="l"/>
            <a:r>
              <a:rPr i="0"/>
              <a:t>thirty and eight. The Nethinims:</a:t>
            </a:r>
          </a:p>
          <a:p>
            <a:pPr algn="l"/>
            <a:r>
              <a:rPr i="0"/>
              <a:t>the children of Ziha, the children</a:t>
            </a:r>
          </a:p>
          <a:p>
            <a:pPr algn="l"/>
            <a:r>
              <a:rPr i="0"/>
              <a:t>of Hashupha,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Tabbaoth, The</a:t>
            </a:r>
          </a:p>
          <a:p>
            <a:pPr algn="l"/>
            <a:r>
              <a:rPr i="0"/>
              <a:t>children of Keros, the children of</a:t>
            </a:r>
          </a:p>
          <a:p>
            <a:pPr algn="l"/>
            <a:r>
              <a:rPr i="0"/>
              <a:t>Sia, the children of Padon, The</a:t>
            </a:r>
          </a:p>
          <a:p>
            <a:pPr algn="l"/>
            <a:r>
              <a:rPr i="0"/>
              <a:t>children of Lebana,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Hagaba, the</a:t>
            </a:r>
          </a:p>
          <a:p>
            <a:pPr algn="l"/>
            <a:r>
              <a:rPr i="0"/>
              <a:t>children of Shalmai, The children</a:t>
            </a:r>
          </a:p>
          <a:p>
            <a:pPr algn="l"/>
            <a:r>
              <a:rPr i="0"/>
              <a:t>of Hanan, the children of Giddel,</a:t>
            </a:r>
          </a:p>
          <a:p>
            <a:pPr algn="l"/>
            <a:r>
              <a:rPr i="0"/>
              <a:t>the children of Gahar,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Reaiah, the</a:t>
            </a:r>
          </a:p>
          <a:p>
            <a:pPr algn="l"/>
            <a:r>
              <a:rPr i="0"/>
              <a:t>children of Rezin, the children of</a:t>
            </a:r>
          </a:p>
          <a:p>
            <a:pPr algn="l"/>
            <a:r>
              <a:rPr i="0"/>
              <a:t>Nekoda, The children of Gazzam,</a:t>
            </a:r>
          </a:p>
          <a:p>
            <a:pPr algn="l"/>
            <a:r>
              <a:rPr i="0"/>
              <a:t>the children of Uzza,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Phaseah, The</a:t>
            </a:r>
          </a:p>
          <a:p>
            <a:pPr algn="l"/>
            <a:r>
              <a:rPr i="0"/>
              <a:t>children of Besai, the children of</a:t>
            </a:r>
          </a:p>
          <a:p>
            <a:pPr algn="l"/>
            <a:r>
              <a:rPr i="0"/>
              <a:t>Meunim, the children of</a:t>
            </a:r>
          </a:p>
          <a:p>
            <a:pPr algn="l"/>
            <a:r>
              <a:rPr i="0"/>
              <a:t>Nephishesim,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Bakbuk, the</a:t>
            </a:r>
          </a:p>
          <a:p>
            <a:pPr algn="l"/>
            <a:r>
              <a:rPr i="0"/>
              <a:t>children of Hakupha, the children</a:t>
            </a:r>
          </a:p>
          <a:p>
            <a:pPr algn="l"/>
            <a:r>
              <a:rPr i="0"/>
              <a:t>of Harhur, The children of</a:t>
            </a:r>
          </a:p>
          <a:p>
            <a:pPr algn="l"/>
            <a:r>
              <a:rPr i="0"/>
              <a:t>Bazlith, the children of Mehida,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Harsha, The</a:t>
            </a:r>
          </a:p>
          <a:p>
            <a:pPr algn="l"/>
            <a:r>
              <a:rPr i="0"/>
              <a:t>children of Barkos, the children</a:t>
            </a:r>
          </a:p>
          <a:p>
            <a:pPr algn="l"/>
            <a:r>
              <a:rPr i="0"/>
              <a:t>of Sisera, the children of Tamah,</a:t>
            </a:r>
          </a:p>
          <a:p>
            <a:pPr algn="l"/>
            <a:r>
              <a:rPr i="0"/>
              <a:t>The children of Neziah,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Hatipha. The</a:t>
            </a:r>
          </a:p>
          <a:p>
            <a:pPr algn="l"/>
            <a:r>
              <a:rPr i="0"/>
              <a:t>children of Solomon's servants:</a:t>
            </a:r>
          </a:p>
          <a:p>
            <a:pPr algn="l"/>
            <a:r>
              <a:rPr i="0"/>
              <a:t>the children of Sotai, the</a:t>
            </a:r>
          </a:p>
          <a:p>
            <a:pPr algn="l"/>
            <a:r>
              <a:rPr i="0"/>
              <a:t>children of Sophereth,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Perida, The</a:t>
            </a:r>
          </a:p>
          <a:p>
            <a:pPr algn="l"/>
            <a:r>
              <a:rPr i="0"/>
              <a:t>children of Jaala, the children of</a:t>
            </a:r>
          </a:p>
          <a:p>
            <a:pPr algn="l"/>
            <a:r>
              <a:rPr i="0"/>
              <a:t>Darkon, the children of Giddel,</a:t>
            </a:r>
          </a:p>
          <a:p>
            <a:pPr algn="l"/>
            <a:r>
              <a:rPr i="0"/>
              <a:t>The children of Shephatiah,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Hattil, the</a:t>
            </a:r>
          </a:p>
          <a:p>
            <a:pPr algn="l"/>
            <a:r>
              <a:rPr i="0"/>
              <a:t>children of Pochereth of Zebaim,</a:t>
            </a:r>
          </a:p>
          <a:p>
            <a:pPr algn="l"/>
            <a:r>
              <a:rPr i="0"/>
              <a:t>the children of Amon. All the</a:t>
            </a:r>
          </a:p>
          <a:p>
            <a:pPr algn="l"/>
            <a:r>
              <a:rPr i="0"/>
              <a:t>Nethinims,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 children of Solomon's</a:t>
            </a:r>
          </a:p>
          <a:p>
            <a:pPr algn="l"/>
            <a:r>
              <a:rPr i="0"/>
              <a:t>servants, </a:t>
            </a:r>
            <a:r>
              <a:rPr i="1"/>
              <a:t>were</a:t>
            </a:r>
            <a:r>
              <a:rPr i="0"/>
              <a:t> three hundred</a:t>
            </a:r>
          </a:p>
          <a:p>
            <a:pPr algn="l"/>
            <a:r>
              <a:rPr i="0"/>
              <a:t>ninety and two.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these </a:t>
            </a:r>
            <a:r>
              <a:rPr i="1"/>
              <a:t>were</a:t>
            </a:r>
            <a:r>
              <a:rPr i="0"/>
              <a:t> they which went</a:t>
            </a:r>
          </a:p>
          <a:p>
            <a:pPr algn="l"/>
            <a:r>
              <a:rPr i="0"/>
              <a:t>up </a:t>
            </a:r>
            <a:r>
              <a:rPr i="1"/>
              <a:t>also</a:t>
            </a:r>
            <a:r>
              <a:rPr i="0"/>
              <a:t> from Telmelah,</a:t>
            </a:r>
          </a:p>
          <a:p>
            <a:pPr algn="l"/>
            <a:r>
              <a:rPr i="0"/>
              <a:t>Telharesha, Cherub, Addon, and</a:t>
            </a:r>
          </a:p>
          <a:p>
            <a:pPr algn="l"/>
            <a:r>
              <a:rPr i="0"/>
              <a:t>Immer: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they could not shew their</a:t>
            </a:r>
          </a:p>
          <a:p>
            <a:pPr algn="l"/>
            <a:r>
              <a:rPr i="0"/>
              <a:t>father's house, nor their seed,</a:t>
            </a:r>
          </a:p>
          <a:p>
            <a:pPr algn="l"/>
            <a:r>
              <a:rPr i="0"/>
              <a:t>whether they </a:t>
            </a:r>
            <a:r>
              <a:rPr i="1"/>
              <a:t>were</a:t>
            </a:r>
            <a:r>
              <a:rPr i="0"/>
              <a:t> of Israel. The</a:t>
            </a:r>
          </a:p>
          <a:p>
            <a:pPr algn="l"/>
            <a:r>
              <a:rPr i="0"/>
              <a:t>children of Delaiah,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Tobiah, the</a:t>
            </a:r>
          </a:p>
          <a:p>
            <a:pPr algn="l"/>
            <a:r>
              <a:rPr i="0"/>
              <a:t>children of Nekoda, six hundred</a:t>
            </a:r>
          </a:p>
          <a:p>
            <a:pPr algn="l"/>
            <a:r>
              <a:rPr i="0"/>
              <a:t>forty and two. And of the priests:</a:t>
            </a:r>
          </a:p>
          <a:p>
            <a:pPr algn="l"/>
            <a:r>
              <a:rPr i="0"/>
              <a:t>the children of Habaiah,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Koz, the children</a:t>
            </a:r>
          </a:p>
          <a:p>
            <a:pPr algn="l"/>
            <a:r>
              <a:rPr i="0"/>
              <a:t>of Barzillai, which took </a:t>
            </a:r>
            <a:r>
              <a:rPr i="1"/>
              <a:t>one</a:t>
            </a:r>
            <a:r>
              <a:rPr i="0"/>
              <a:t> of</a:t>
            </a:r>
          </a:p>
          <a:p>
            <a:pPr algn="l"/>
            <a:r>
              <a:rPr i="0"/>
              <a:t>the daughters of Barzillai the</a:t>
            </a:r>
          </a:p>
          <a:p>
            <a:pPr algn="l"/>
            <a:r>
              <a:rPr i="0"/>
              <a:t>Gileadite to wife,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was called after their name.</a:t>
            </a:r>
          </a:p>
          <a:p>
            <a:pPr algn="l"/>
            <a:r>
              <a:rPr i="0"/>
              <a:t>These sought their register</a:t>
            </a:r>
          </a:p>
          <a:p>
            <a:pPr algn="l"/>
            <a:r>
              <a:rPr i="1"/>
              <a:t>among</a:t>
            </a:r>
            <a:r>
              <a:rPr i="0"/>
              <a:t> those that were reckoned</a:t>
            </a:r>
          </a:p>
          <a:p>
            <a:pPr algn="l"/>
            <a:r>
              <a:rPr i="0"/>
              <a:t>by genealogy,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it was not found: therefore</a:t>
            </a:r>
          </a:p>
          <a:p>
            <a:pPr algn="l"/>
            <a:r>
              <a:rPr i="0"/>
              <a:t>were they, as polluted, put from</a:t>
            </a:r>
          </a:p>
          <a:p>
            <a:pPr algn="l"/>
            <a:r>
              <a:rPr i="0"/>
              <a:t>the priesthood. And the Tirshatha</a:t>
            </a:r>
          </a:p>
          <a:p>
            <a:pPr algn="l"/>
            <a:r>
              <a:rPr i="0"/>
              <a:t>said unto them,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they should not eat of the</a:t>
            </a:r>
          </a:p>
          <a:p>
            <a:pPr algn="l"/>
            <a:r>
              <a:rPr i="0"/>
              <a:t>most holy things, till there stood</a:t>
            </a:r>
          </a:p>
          <a:p>
            <a:pPr algn="l"/>
            <a:r>
              <a:rPr i="1"/>
              <a:t>up</a:t>
            </a:r>
            <a:r>
              <a:rPr i="0"/>
              <a:t> a priest with Urim and</a:t>
            </a:r>
          </a:p>
          <a:p>
            <a:pPr algn="l"/>
            <a:r>
              <a:rPr i="0"/>
              <a:t>Thummim.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whole congregation together</a:t>
            </a:r>
          </a:p>
          <a:p>
            <a:pPr algn="l"/>
            <a:r>
              <a:rPr i="1"/>
              <a:t>was</a:t>
            </a:r>
            <a:r>
              <a:rPr i="0"/>
              <a:t> forty and two thousand three</a:t>
            </a:r>
          </a:p>
          <a:p>
            <a:pPr algn="l"/>
            <a:r>
              <a:rPr i="0"/>
              <a:t>hundred and threescore,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Beside their manservants and their</a:t>
            </a:r>
          </a:p>
          <a:p>
            <a:pPr algn="l"/>
            <a:r>
              <a:rPr i="0"/>
              <a:t>maidservants, of whom </a:t>
            </a:r>
            <a:r>
              <a:rPr i="1"/>
              <a:t>there were</a:t>
            </a:r>
          </a:p>
          <a:p>
            <a:pPr algn="l"/>
            <a:r>
              <a:rPr i="0"/>
              <a:t>seven thousand three hundred</a:t>
            </a:r>
          </a:p>
          <a:p>
            <a:pPr algn="l"/>
            <a:r>
              <a:rPr i="0"/>
              <a:t>thirty and seven: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they had two hundred forty and</a:t>
            </a:r>
          </a:p>
          <a:p>
            <a:pPr algn="l"/>
            <a:r>
              <a:rPr i="0"/>
              <a:t>five singing men and singing</a:t>
            </a:r>
          </a:p>
          <a:p>
            <a:pPr algn="l"/>
            <a:r>
              <a:rPr i="0"/>
              <a:t>women. Their horses, seven hundred</a:t>
            </a:r>
          </a:p>
          <a:p>
            <a:pPr algn="l"/>
            <a:r>
              <a:rPr i="0"/>
              <a:t>thirty and six: their mules,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two hundred forty and five:</a:t>
            </a:r>
          </a:p>
          <a:p>
            <a:pPr algn="l"/>
            <a:r>
              <a:rPr i="1"/>
              <a:t>Their</a:t>
            </a:r>
            <a:r>
              <a:rPr i="0"/>
              <a:t> camels, four hundred</a:t>
            </a:r>
          </a:p>
          <a:p>
            <a:pPr algn="l"/>
            <a:r>
              <a:rPr i="0"/>
              <a:t>thirty and five: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six thousand seven hundred and</a:t>
            </a:r>
          </a:p>
          <a:p>
            <a:pPr algn="l"/>
            <a:r>
              <a:rPr i="0"/>
              <a:t>twenty asses. And some of the</a:t>
            </a:r>
          </a:p>
          <a:p>
            <a:pPr algn="l"/>
            <a:r>
              <a:rPr i="0"/>
              <a:t>chief of the fathers gave unto the</a:t>
            </a:r>
          </a:p>
          <a:p>
            <a:pPr algn="l"/>
            <a:r>
              <a:rPr i="0"/>
              <a:t>work.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Tirshatha gave to the treasure</a:t>
            </a:r>
          </a:p>
          <a:p>
            <a:pPr algn="l"/>
            <a:r>
              <a:rPr i="0"/>
              <a:t>a thousand drams of gold, fifty</a:t>
            </a:r>
          </a:p>
          <a:p>
            <a:pPr algn="l"/>
            <a:r>
              <a:rPr i="0"/>
              <a:t>basons, five hundred and thirty</a:t>
            </a:r>
          </a:p>
          <a:p>
            <a:pPr algn="l"/>
            <a:r>
              <a:rPr i="0"/>
              <a:t>priests' garments.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</a:t>
            </a:r>
            <a:r>
              <a:rPr i="1"/>
              <a:t>some</a:t>
            </a:r>
            <a:r>
              <a:rPr i="0"/>
              <a:t> of the chief of the</a:t>
            </a:r>
          </a:p>
          <a:p>
            <a:pPr algn="l"/>
            <a:r>
              <a:rPr i="0"/>
              <a:t>fathers gave to the treasure of</a:t>
            </a:r>
          </a:p>
          <a:p>
            <a:pPr algn="l"/>
            <a:r>
              <a:rPr i="0"/>
              <a:t>the work twenty thousand drams of</a:t>
            </a:r>
          </a:p>
          <a:p>
            <a:pPr algn="l"/>
            <a:r>
              <a:rPr i="0"/>
              <a:t>gold,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two thousand and two hundred</a:t>
            </a:r>
          </a:p>
          <a:p>
            <a:pPr algn="l"/>
            <a:r>
              <a:rPr i="0"/>
              <a:t>pound of silver. And </a:t>
            </a:r>
            <a:r>
              <a:rPr i="1"/>
              <a:t>that</a:t>
            </a:r>
            <a:r>
              <a:rPr i="0"/>
              <a:t> which</a:t>
            </a:r>
          </a:p>
          <a:p>
            <a:pPr algn="l"/>
            <a:r>
              <a:rPr i="0"/>
              <a:t>the rest of the people gave </a:t>
            </a:r>
            <a:r>
              <a:rPr i="1"/>
              <a:t>was</a:t>
            </a:r>
          </a:p>
          <a:p>
            <a:pPr algn="l"/>
            <a:r>
              <a:rPr i="0"/>
              <a:t>twenty thousand drams of gold,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two thousand pound of silver,</a:t>
            </a:r>
          </a:p>
          <a:p>
            <a:pPr algn="l"/>
            <a:r>
              <a:rPr i="0"/>
              <a:t>and threescore and seven priests'</a:t>
            </a:r>
          </a:p>
          <a:p>
            <a:pPr algn="l"/>
            <a:r>
              <a:rPr i="0"/>
              <a:t>garments. So the priests, and the</a:t>
            </a:r>
          </a:p>
          <a:p>
            <a:pPr algn="l"/>
            <a:r>
              <a:rPr i="0"/>
              <a:t>Levites, and the porters,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 singers, and </a:t>
            </a:r>
            <a:r>
              <a:rPr i="1"/>
              <a:t>some</a:t>
            </a:r>
            <a:r>
              <a:rPr i="0"/>
              <a:t> of the</a:t>
            </a:r>
          </a:p>
          <a:p>
            <a:pPr algn="l"/>
            <a:r>
              <a:rPr i="0"/>
              <a:t>people, and the Nethinims, and all</a:t>
            </a:r>
          </a:p>
          <a:p>
            <a:pPr algn="l"/>
            <a:r>
              <a:rPr i="0"/>
              <a:t>Israel, dwelt in their cities;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when the seventh month came,</a:t>
            </a:r>
          </a:p>
          <a:p>
            <a:pPr algn="l"/>
            <a:r>
              <a:rPr i="0"/>
              <a:t>the children of Israel </a:t>
            </a:r>
            <a:r>
              <a:rPr i="1"/>
              <a:t>were</a:t>
            </a:r>
            <a:r>
              <a:rPr i="0"/>
              <a:t> in</a:t>
            </a:r>
          </a:p>
          <a:p>
            <a:pPr algn="l"/>
            <a:r>
              <a:rPr i="0"/>
              <a:t>their cities.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7:5-73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In the beginning God created the</a:t>
            </a:r>
          </a:p>
          <a:p>
            <a:pPr algn="l"/>
            <a:r>
              <a:rPr i="0"/>
              <a:t>heaven and the earth.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Genesis 1:1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 earth was without form,</a:t>
            </a:r>
          </a:p>
          <a:p>
            <a:pPr algn="l"/>
            <a:r>
              <a:rPr i="0"/>
              <a:t>and void;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Genesis 1:2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darkness </a:t>
            </a:r>
            <a:r>
              <a:rPr i="1"/>
              <a:t>was</a:t>
            </a:r>
            <a:r>
              <a:rPr i="0"/>
              <a:t> upon the face</a:t>
            </a:r>
          </a:p>
          <a:p>
            <a:pPr algn="l"/>
            <a:r>
              <a:rPr i="0"/>
              <a:t>of the deep. And the Spirit of God</a:t>
            </a:r>
          </a:p>
          <a:p>
            <a:pPr algn="l"/>
            <a:r>
              <a:rPr i="0"/>
              <a:t>moved upon the face of the waters.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Genesis 1:2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beside this, giving all</a:t>
            </a:r>
          </a:p>
          <a:p>
            <a:pPr algn="l"/>
            <a:r>
              <a:rPr i="0"/>
              <a:t>diligence, add to your faith</a:t>
            </a:r>
          </a:p>
          <a:p>
            <a:pPr algn="l"/>
            <a:r>
              <a:rPr i="0"/>
              <a:t>virtue; and to virtue knowledge;</a:t>
            </a:r>
          </a:p>
          <a:p>
            <a:pPr algn="l"/>
            <a:r>
              <a:rPr i="0"/>
              <a:t>And to knowledge temperance;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Peter 1:5-7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to temperance patience; and to</a:t>
            </a:r>
          </a:p>
          <a:p>
            <a:pPr algn="l"/>
            <a:r>
              <a:rPr i="0"/>
              <a:t>patience godliness; And to</a:t>
            </a:r>
          </a:p>
          <a:p>
            <a:pPr algn="l"/>
            <a:r>
              <a:rPr i="0"/>
              <a:t>godliness brotherly kindness; and</a:t>
            </a:r>
          </a:p>
          <a:p>
            <a:pPr algn="l"/>
            <a:r>
              <a:rPr i="0"/>
              <a:t>to brotherly kindness charity.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Peter 1:5-7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For if these things be in you, and</a:t>
            </a:r>
          </a:p>
          <a:p>
            <a:pPr algn="l"/>
            <a:r>
              <a:rPr i="0"/>
              <a:t>abound,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Peter 1:8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they make </a:t>
            </a:r>
            <a:r>
              <a:rPr i="1"/>
              <a:t>you that ye shall</a:t>
            </a:r>
          </a:p>
          <a:p>
            <a:pPr algn="l"/>
            <a:r>
              <a:rPr i="0"/>
              <a:t>neither </a:t>
            </a:r>
            <a:r>
              <a:rPr i="1"/>
              <a:t>be</a:t>
            </a:r>
            <a:r>
              <a:rPr i="0"/>
              <a:t> barren nor unfruitful</a:t>
            </a:r>
          </a:p>
          <a:p>
            <a:pPr algn="l"/>
            <a:r>
              <a:rPr i="0"/>
              <a:t>in the knowledge of our Lord Jesus</a:t>
            </a:r>
          </a:p>
          <a:p>
            <a:pPr algn="l"/>
            <a:r>
              <a:rPr i="0"/>
              <a:t>Christ.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2 Peter 1:8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Herein is my Father glorified,</a:t>
            </a:r>
          </a:p>
          <a:p>
            <a:pPr algn="l"/>
            <a:r>
              <a:rPr i="0"/>
              <a:t>that ye bear much fruit; so shall</a:t>
            </a:r>
          </a:p>
          <a:p>
            <a:pPr algn="l"/>
            <a:r>
              <a:rPr i="0"/>
              <a:t>ye be my disciples.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15:8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my God put into mine heart to</a:t>
            </a:r>
          </a:p>
          <a:p>
            <a:pPr algn="l"/>
            <a:r>
              <a:rPr i="0"/>
              <a:t>gather together the nobles, and</a:t>
            </a:r>
          </a:p>
          <a:p>
            <a:pPr algn="l"/>
            <a:r>
              <a:rPr i="0"/>
              <a:t>the rulers, and the people,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they might be reckoned by</a:t>
            </a:r>
          </a:p>
          <a:p>
            <a:pPr algn="l"/>
            <a:r>
              <a:rPr i="0"/>
              <a:t>genealogy. And I found a register</a:t>
            </a:r>
          </a:p>
          <a:p>
            <a:pPr algn="l"/>
            <a:r>
              <a:rPr i="0"/>
              <a:t>of the genealogy of them which</a:t>
            </a:r>
          </a:p>
          <a:p>
            <a:pPr algn="l"/>
            <a:r>
              <a:rPr i="0"/>
              <a:t>came up at the first,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found written therein, These</a:t>
            </a:r>
          </a:p>
          <a:p>
            <a:pPr algn="l"/>
            <a:r>
              <a:rPr i="1"/>
              <a:t>are</a:t>
            </a:r>
            <a:r>
              <a:rPr i="0"/>
              <a:t> the children of the</a:t>
            </a:r>
          </a:p>
          <a:p>
            <a:pPr algn="l"/>
            <a:r>
              <a:rPr i="0"/>
              <a:t>province, that went up out of the</a:t>
            </a:r>
          </a:p>
          <a:p>
            <a:pPr algn="l"/>
            <a:r>
              <a:rPr i="0"/>
              <a:t>captivity,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of those that had been carried</a:t>
            </a:r>
          </a:p>
          <a:p>
            <a:pPr algn="l"/>
            <a:r>
              <a:rPr i="0"/>
              <a:t>away, whom Nebuchadnezzar the king</a:t>
            </a:r>
          </a:p>
          <a:p>
            <a:pPr algn="l"/>
            <a:r>
              <a:rPr i="0"/>
              <a:t>of Babylon had carried away,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came again to Jerusalem and to</a:t>
            </a:r>
          </a:p>
          <a:p>
            <a:pPr algn="l"/>
            <a:r>
              <a:rPr i="0"/>
              <a:t>Judah, every one unto his city;</a:t>
            </a:r>
          </a:p>
          <a:p>
            <a:pPr algn="l"/>
            <a:r>
              <a:rPr i="0"/>
              <a:t>Who came with Zerubbabel, Jeshua,</a:t>
            </a:r>
          </a:p>
          <a:p>
            <a:pPr algn="l"/>
            <a:r>
              <a:rPr i="0"/>
              <a:t>Nehemiah, Azariah, Raamiah,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Nahamani, Mordecai, Bilshan,</a:t>
            </a:r>
          </a:p>
          <a:p>
            <a:pPr algn="l"/>
            <a:r>
              <a:rPr i="0"/>
              <a:t>Mispereth, Bigvai, Nehum, Baanah.</a:t>
            </a:r>
          </a:p>
          <a:p>
            <a:pPr algn="l"/>
            <a:r>
              <a:rPr i="0"/>
              <a:t>The number, </a:t>
            </a:r>
            <a:r>
              <a:rPr i="1"/>
              <a:t>I say</a:t>
            </a:r>
            <a:r>
              <a:rPr i="0"/>
              <a:t>, of the men of</a:t>
            </a:r>
          </a:p>
          <a:p>
            <a:pPr algn="l"/>
            <a:r>
              <a:rPr i="0"/>
              <a:t>the people of Israel </a:t>
            </a:r>
            <a:r>
              <a:rPr i="1"/>
              <a:t>was this</a:t>
            </a:r>
            <a:r>
              <a:rPr i="0"/>
              <a:t>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7:5-7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these </a:t>
            </a:r>
            <a:r>
              <a:rPr i="1"/>
              <a:t>were</a:t>
            </a:r>
            <a:r>
              <a:rPr i="0"/>
              <a:t> they which went</a:t>
            </a:r>
          </a:p>
          <a:p>
            <a:pPr algn="l"/>
            <a:r>
              <a:rPr i="0"/>
              <a:t>up </a:t>
            </a:r>
            <a:r>
              <a:rPr i="1"/>
              <a:t>also</a:t>
            </a:r>
            <a:r>
              <a:rPr i="0"/>
              <a:t> from Telmelah,</a:t>
            </a:r>
          </a:p>
          <a:p>
            <a:pPr algn="l"/>
            <a:r>
              <a:rPr i="0"/>
              <a:t>Telharesha, Cherub, Addon, and</a:t>
            </a:r>
          </a:p>
          <a:p>
            <a:pPr algn="l"/>
            <a:r>
              <a:rPr i="0"/>
              <a:t>Immer: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they could not shew their</a:t>
            </a:r>
          </a:p>
          <a:p>
            <a:pPr algn="l"/>
            <a:r>
              <a:rPr i="0"/>
              <a:t>father's house, nor their seed,</a:t>
            </a:r>
          </a:p>
          <a:p>
            <a:pPr algn="l"/>
            <a:r>
              <a:rPr i="0"/>
              <a:t>whether they </a:t>
            </a:r>
            <a:r>
              <a:rPr i="1"/>
              <a:t>were</a:t>
            </a:r>
            <a:r>
              <a:rPr i="0"/>
              <a:t> of Israel. The</a:t>
            </a:r>
          </a:p>
          <a:p>
            <a:pPr algn="l"/>
            <a:r>
              <a:rPr i="0"/>
              <a:t>children of Delaiah,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Tobiah, the</a:t>
            </a:r>
          </a:p>
          <a:p>
            <a:pPr algn="l"/>
            <a:r>
              <a:rPr i="0"/>
              <a:t>children of Nekoda, six hundred</a:t>
            </a:r>
          </a:p>
          <a:p>
            <a:pPr algn="l"/>
            <a:r>
              <a:rPr i="0"/>
              <a:t>forty and two. And of the priests:</a:t>
            </a:r>
          </a:p>
          <a:p>
            <a:pPr algn="l"/>
            <a:r>
              <a:rPr i="0"/>
              <a:t>the children of Habaiah,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 children of Koz, the children</a:t>
            </a:r>
          </a:p>
          <a:p>
            <a:pPr algn="l"/>
            <a:r>
              <a:rPr i="0"/>
              <a:t>of Barzillai, which took </a:t>
            </a:r>
            <a:r>
              <a:rPr i="1"/>
              <a:t>one</a:t>
            </a:r>
            <a:r>
              <a:rPr i="0"/>
              <a:t> of</a:t>
            </a:r>
          </a:p>
          <a:p>
            <a:pPr algn="l"/>
            <a:r>
              <a:rPr i="0"/>
              <a:t>the daughters of Barzillai the</a:t>
            </a:r>
          </a:p>
          <a:p>
            <a:pPr algn="l"/>
            <a:r>
              <a:rPr i="0"/>
              <a:t>Gileadite to wife,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and was called after their name.</a:t>
            </a:r>
          </a:p>
          <a:p>
            <a:pPr algn="l"/>
            <a:r>
              <a:rPr i="0"/>
              <a:t>These sought their register</a:t>
            </a:r>
          </a:p>
          <a:p>
            <a:pPr algn="l"/>
            <a:r>
              <a:rPr i="1"/>
              <a:t>among</a:t>
            </a:r>
            <a:r>
              <a:rPr i="0"/>
              <a:t> those that were reckoned</a:t>
            </a:r>
          </a:p>
          <a:p>
            <a:pPr algn="l"/>
            <a:r>
              <a:rPr i="0"/>
              <a:t>by genealogy,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it was not found: therefore</a:t>
            </a:r>
          </a:p>
          <a:p>
            <a:pPr algn="l"/>
            <a:r>
              <a:rPr i="0"/>
              <a:t>were they, as polluted, put from</a:t>
            </a:r>
          </a:p>
          <a:p>
            <a:pPr algn="l"/>
            <a:r>
              <a:rPr i="0"/>
              <a:t>the priesthood. And the Tirshatha</a:t>
            </a:r>
          </a:p>
          <a:p>
            <a:pPr algn="l"/>
            <a:r>
              <a:rPr i="0"/>
              <a:t>said unto them,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they should not eat of the</a:t>
            </a:r>
          </a:p>
          <a:p>
            <a:pPr algn="l"/>
            <a:r>
              <a:rPr i="0"/>
              <a:t>most holy things, till there stood</a:t>
            </a:r>
          </a:p>
          <a:p>
            <a:pPr algn="l"/>
            <a:r>
              <a:rPr i="1"/>
              <a:t>up</a:t>
            </a:r>
            <a:r>
              <a:rPr i="0"/>
              <a:t> a priest with Urim and</a:t>
            </a:r>
          </a:p>
          <a:p>
            <a:pPr algn="l"/>
            <a:r>
              <a:rPr i="0"/>
              <a:t>Thummim.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Nehemiah 7:61-65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Another parable put he forth unto</a:t>
            </a:r>
          </a:p>
          <a:p>
            <a:pPr algn="l"/>
            <a:r>
              <a:rPr i="0"/>
              <a:t>them, saying, The kingdom of</a:t>
            </a:r>
          </a:p>
          <a:p>
            <a:pPr algn="l"/>
            <a:r>
              <a:rPr i="0"/>
              <a:t>heaven is likened unto a man which</a:t>
            </a:r>
          </a:p>
          <a:p>
            <a:pPr algn="l"/>
            <a:r>
              <a:rPr i="0"/>
              <a:t>sowed good seed in his field: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13:24-25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while men slept, his enemy</a:t>
            </a:r>
          </a:p>
          <a:p>
            <a:pPr algn="l"/>
            <a:r>
              <a:rPr i="0"/>
              <a:t>came and sowed tares among the</a:t>
            </a:r>
          </a:p>
          <a:p>
            <a:pPr algn="l"/>
            <a:r>
              <a:rPr i="0"/>
              <a:t>wheat, and went his way.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Matthew 13:24-25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Wherefore, as by one man sin</a:t>
            </a:r>
          </a:p>
          <a:p>
            <a:pPr algn="l"/>
            <a:r>
              <a:rPr i="0"/>
              <a:t>entered into the world, and death</a:t>
            </a:r>
          </a:p>
          <a:p>
            <a:pPr algn="l"/>
            <a:r>
              <a:rPr i="0"/>
              <a:t>by sin; and so death passed upon</a:t>
            </a:r>
          </a:p>
          <a:p>
            <a:pPr algn="l"/>
            <a:r>
              <a:rPr i="0"/>
              <a:t>all men, for that all have sinned: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Romans 5:12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Jesus answered and said unto him,</a:t>
            </a:r>
          </a:p>
          <a:p>
            <a:pPr algn="l"/>
            <a:r>
              <a:rPr i="0"/>
              <a:t>Verily, verily, I say unto thee,</a:t>
            </a:r>
          </a:p>
          <a:p>
            <a:pPr algn="l"/>
            <a:r>
              <a:rPr i="0"/>
              <a:t>Except a man be born again, he</a:t>
            </a:r>
          </a:p>
          <a:p>
            <a:pPr algn="l"/>
            <a:r>
              <a:rPr i="0"/>
              <a:t>cannot see the kingdom of God.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3:3-6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Nicodemus saith unto him, How can</a:t>
            </a:r>
          </a:p>
          <a:p>
            <a:pPr algn="l"/>
            <a:r>
              <a:rPr i="0"/>
              <a:t>a man be born when he is old? can</a:t>
            </a:r>
          </a:p>
          <a:p>
            <a:pPr algn="l"/>
            <a:r>
              <a:rPr i="0"/>
              <a:t>he enter the second time into his</a:t>
            </a:r>
          </a:p>
          <a:p>
            <a:pPr algn="l"/>
            <a:r>
              <a:rPr i="0"/>
              <a:t>mother's womb, and be born?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3:3-6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Jesus answered, Verily, verily, I</a:t>
            </a:r>
          </a:p>
          <a:p>
            <a:pPr algn="l"/>
            <a:r>
              <a:rPr i="0"/>
              <a:t>say unto thee, Except a man be</a:t>
            </a:r>
          </a:p>
          <a:p>
            <a:pPr algn="l"/>
            <a:r>
              <a:rPr i="0"/>
              <a:t>born of water and </a:t>
            </a:r>
            <a:r>
              <a:rPr i="1"/>
              <a:t>of</a:t>
            </a:r>
            <a:r>
              <a:rPr i="0"/>
              <a:t> the Spirit,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3:3-6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he cannot enter into the kingdom</a:t>
            </a:r>
          </a:p>
          <a:p>
            <a:pPr algn="l"/>
            <a:r>
              <a:rPr i="0"/>
              <a:t>of God. That which is born of the</a:t>
            </a:r>
          </a:p>
          <a:p>
            <a:pPr algn="l"/>
            <a:r>
              <a:rPr i="0"/>
              <a:t>flesh is flesh; and that which is</a:t>
            </a:r>
          </a:p>
          <a:p>
            <a:pPr algn="l"/>
            <a:r>
              <a:rPr i="0"/>
              <a:t>born of the Spirit is spirit.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3:3-6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But as many as received him, to</a:t>
            </a:r>
          </a:p>
          <a:p>
            <a:pPr algn="l"/>
            <a:r>
              <a:rPr i="0"/>
              <a:t>them gave he power to become the</a:t>
            </a:r>
          </a:p>
          <a:p>
            <a:pPr algn="l"/>
            <a:r>
              <a:rPr i="0"/>
              <a:t>sons of God, </a:t>
            </a:r>
            <a:r>
              <a:rPr i="1"/>
              <a:t>even</a:t>
            </a:r>
            <a:r>
              <a:rPr i="0"/>
              <a:t> to them that</a:t>
            </a:r>
          </a:p>
          <a:p>
            <a:pPr algn="l"/>
            <a:r>
              <a:rPr i="0"/>
              <a:t>believe on his name: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John 1:12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These things have I written unto</a:t>
            </a:r>
          </a:p>
          <a:p>
            <a:pPr algn="l"/>
            <a:r>
              <a:rPr i="0"/>
              <a:t>you that believe on the name of</a:t>
            </a:r>
          </a:p>
          <a:p>
            <a:pPr algn="l"/>
            <a:r>
              <a:rPr i="0"/>
              <a:t>the Son of God;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John 5:13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 wrap="none">
            <a:noAutofit/>
          </a:bodyPr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pPr algn="l">
              <a:defRPr/>
            </a:pPr>
            <a:r>
              <a:rPr i="0"/>
              <a:t>that ye may know that ye have</a:t>
            </a:r>
          </a:p>
          <a:p>
            <a:pPr algn="l"/>
            <a:r>
              <a:rPr i="0"/>
              <a:t>eternal life, and that ye may</a:t>
            </a:r>
          </a:p>
          <a:p>
            <a:pPr algn="l"/>
            <a:r>
              <a:rPr i="0"/>
              <a:t>believe on the name of the Son of</a:t>
            </a:r>
          </a:p>
          <a:p>
            <a:pPr algn="l"/>
            <a:r>
              <a:rPr i="0"/>
              <a:t>God.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wrap="none">
            <a:no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1 John 5:13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{{TITLE}}   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54</cp:revision>
  <dcterms:modified xsi:type="dcterms:W3CDTF">2026-02-22T05:40:30Z</dcterms:modified>
</cp:coreProperties>
</file>