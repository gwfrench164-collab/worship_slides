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8602D-7FBB-F158-43A3-9CB13E3F8D6D}" v="143" dt="2026-02-22T05:40:05.808"/>
    <p1510:client id="{5FCEA3B4-2B7C-B7E1-D8FB-EE1911AE5E39}" v="2" dt="2026-02-22T05:08:39.514"/>
    <p1510:client id="{A6BF307A-7628-A47B-58D7-A1949332B89F}" v="4" dt="2026-02-22T05:16:56.26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" name="Shape 1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0">
              <a:buSzTx/>
              <a:buFontTx/>
              <a:buNone/>
              <a:defRPr sz="2400" b="1"/>
            </a:lvl2pPr>
            <a:lvl3pPr marL="0" indent="0">
              <a:buSzTx/>
              <a:buFontTx/>
              <a:buNone/>
              <a:defRPr sz="2400" b="1"/>
            </a:lvl3pPr>
            <a:lvl4pPr marL="0" indent="0">
              <a:buSzTx/>
              <a:buFontTx/>
              <a:buNone/>
              <a:defRPr sz="2400" b="1"/>
            </a:lvl4pPr>
            <a:lvl5pPr marL="0" indent="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6" y="2057400"/>
            <a:ext cx="3932241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5719" tIns="45719" rIns="45719" bIns="45719"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45719" tIns="45719" rIns="45719" bIns="45719"/>
          <a:lstStyle>
            <a:lvl3pPr marL="1234439" indent="-320039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</p:spPr>
        <p:txBody>
          <a:bodyPr lIns="45719" tIns="45719" rIns="45719" bIns="45719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7" y="6404293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 sz="7200" b="1">
                <a:latin typeface="Britannic Bold"/>
                <a:ea typeface="Britannic Bold"/>
                <a:cs typeface="Britannic Bold"/>
                <a:sym typeface="Britannic Bold"/>
              </a:defRPr>
            </a:pPr>
            <a:r>
              <a:t>{{TITLE}} </a:t>
            </a:r>
            <a:br/>
            <a:r>
              <a:t> 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r>
              <a:rPr dirty="0"/>
              <a:t>{{LYRICS</a:t>
            </a:r>
            <a:r>
              <a:rPr lang="en-US" dirty="0"/>
              <a:t>}} 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r>
              <a:t>{{VERSE TXT}}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{{VERSE REF}} 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At Calvary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Years I spent in vanity</a:t>
            </a:r>
          </a:p>
          <a:p>
            <a:pPr algn="l">
              <a:defRPr/>
            </a:pPr>
            <a:r>
              <a:t>and pride</a:t>
            </a:r>
          </a:p>
          <a:p>
            <a:pPr algn="l">
              <a:spcBef>
                <a:spcPts val="2598"/>
              </a:spcBef>
              <a:defRPr/>
            </a:pPr>
            <a:r>
              <a:t>Caring not my Lord</a:t>
            </a:r>
          </a:p>
          <a:p>
            <a:pPr algn="l">
              <a:defRPr/>
            </a:pPr>
            <a:r>
              <a:t>was crucified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Knowing not it was for me</a:t>
            </a:r>
          </a:p>
          <a:p>
            <a:pPr algn="l">
              <a:defRPr/>
            </a:pPr>
            <a:r>
              <a:t>He died</a:t>
            </a:r>
          </a:p>
          <a:p>
            <a:pPr algn="l">
              <a:spcBef>
                <a:spcPts val="2598"/>
              </a:spcBef>
              <a:defRPr/>
            </a:pPr>
            <a:r>
              <a:t>On Calva — 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Mercy there was great</a:t>
            </a:r>
          </a:p>
          <a:p>
            <a:pPr algn="l">
              <a:defRPr/>
            </a:pPr>
            <a:r>
              <a:t>and grace was free</a:t>
            </a:r>
          </a:p>
          <a:p>
            <a:pPr algn="l">
              <a:spcBef>
                <a:spcPts val="2598"/>
              </a:spcBef>
              <a:defRPr/>
            </a:pPr>
            <a:r>
              <a:t>Pardon there was multi-plied</a:t>
            </a:r>
          </a:p>
          <a:p>
            <a:pPr algn="l">
              <a:defRPr/>
            </a:pPr>
            <a:r>
              <a:t>to 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There my burdened soul</a:t>
            </a:r>
          </a:p>
          <a:p>
            <a:pPr algn="l">
              <a:defRPr/>
            </a:pPr>
            <a:r>
              <a:t>found liberty</a:t>
            </a:r>
          </a:p>
          <a:p>
            <a:pPr algn="l">
              <a:spcBef>
                <a:spcPts val="2598"/>
              </a:spcBef>
              <a:defRPr/>
            </a:pPr>
            <a:r>
              <a:t>At Calva — 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By God's Word at last my</a:t>
            </a:r>
          </a:p>
          <a:p>
            <a:pPr algn="l">
              <a:defRPr/>
            </a:pPr>
            <a:r>
              <a:t>sin I learned</a:t>
            </a:r>
          </a:p>
          <a:p>
            <a:pPr algn="l">
              <a:spcBef>
                <a:spcPts val="2598"/>
              </a:spcBef>
              <a:defRPr/>
            </a:pPr>
            <a:r>
              <a:t>Then I trembled at the law</a:t>
            </a:r>
          </a:p>
          <a:p>
            <a:pPr algn="l">
              <a:defRPr/>
            </a:pPr>
            <a:r>
              <a:t>I'd spurned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‘Til my guilty soul</a:t>
            </a:r>
          </a:p>
          <a:p>
            <a:pPr algn="l">
              <a:defRPr/>
            </a:pPr>
            <a:r>
              <a:t>imploring turned</a:t>
            </a:r>
          </a:p>
          <a:p>
            <a:pPr algn="l">
              <a:spcBef>
                <a:spcPts val="2598"/>
              </a:spcBef>
              <a:defRPr/>
            </a:pPr>
            <a:r>
              <a:t>To Calva — 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Mercy there was great</a:t>
            </a:r>
          </a:p>
          <a:p>
            <a:pPr algn="l">
              <a:defRPr/>
            </a:pPr>
            <a:r>
              <a:t>and grace was free</a:t>
            </a:r>
          </a:p>
          <a:p>
            <a:pPr algn="l">
              <a:spcBef>
                <a:spcPts val="2598"/>
              </a:spcBef>
              <a:defRPr/>
            </a:pPr>
            <a:r>
              <a:t>Pardon there was multi-plied</a:t>
            </a:r>
          </a:p>
          <a:p>
            <a:pPr algn="l">
              <a:defRPr/>
            </a:pPr>
            <a:r>
              <a:t>to 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There my burdened soul</a:t>
            </a:r>
          </a:p>
          <a:p>
            <a:pPr algn="l">
              <a:defRPr/>
            </a:pPr>
            <a:r>
              <a:t>found liberty</a:t>
            </a:r>
          </a:p>
          <a:p>
            <a:pPr algn="l">
              <a:spcBef>
                <a:spcPts val="2598"/>
              </a:spcBef>
              <a:defRPr/>
            </a:pPr>
            <a:r>
              <a:t>At Calva — 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Now I've giv'n to</a:t>
            </a:r>
          </a:p>
          <a:p>
            <a:pPr algn="l">
              <a:defRPr/>
            </a:pPr>
            <a:r>
              <a:t>Jesus ev'rything</a:t>
            </a:r>
          </a:p>
          <a:p>
            <a:pPr algn="l">
              <a:spcBef>
                <a:spcPts val="2598"/>
              </a:spcBef>
              <a:defRPr/>
            </a:pPr>
            <a:r>
              <a:t>Now I gladly own Him as</a:t>
            </a:r>
          </a:p>
          <a:p>
            <a:pPr algn="l">
              <a:defRPr/>
            </a:pPr>
            <a:r>
              <a:t>my 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Now my raptured soul can</a:t>
            </a:r>
          </a:p>
          <a:p>
            <a:pPr algn="l">
              <a:defRPr/>
            </a:pPr>
            <a:r>
              <a:t>only sing</a:t>
            </a:r>
          </a:p>
          <a:p>
            <a:pPr algn="l">
              <a:spcBef>
                <a:spcPts val="2598"/>
              </a:spcBef>
              <a:defRPr/>
            </a:pPr>
            <a:r>
              <a:t>Of Calva — 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Mercy there was great</a:t>
            </a:r>
          </a:p>
          <a:p>
            <a:pPr algn="l">
              <a:defRPr/>
            </a:pPr>
            <a:r>
              <a:t>and grace was free</a:t>
            </a:r>
          </a:p>
          <a:p>
            <a:pPr algn="l">
              <a:spcBef>
                <a:spcPts val="2598"/>
              </a:spcBef>
              <a:defRPr/>
            </a:pPr>
            <a:r>
              <a:t>Pardon there was multi-plied</a:t>
            </a:r>
          </a:p>
          <a:p>
            <a:pPr algn="l">
              <a:defRPr/>
            </a:pPr>
            <a:r>
              <a:t>to 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There my burdened soul</a:t>
            </a:r>
          </a:p>
          <a:p>
            <a:pPr algn="l">
              <a:defRPr/>
            </a:pPr>
            <a:r>
              <a:t>found liberty</a:t>
            </a:r>
          </a:p>
          <a:p>
            <a:pPr algn="l">
              <a:spcBef>
                <a:spcPts val="2598"/>
              </a:spcBef>
              <a:defRPr/>
            </a:pPr>
            <a:r>
              <a:t>At Calva — 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 the love that drew</a:t>
            </a:r>
          </a:p>
          <a:p>
            <a:pPr algn="l">
              <a:defRPr/>
            </a:pPr>
            <a:r>
              <a:t>salvation's plan</a:t>
            </a:r>
          </a:p>
          <a:p>
            <a:pPr algn="l">
              <a:spcBef>
                <a:spcPts val="2598"/>
              </a:spcBef>
              <a:defRPr/>
            </a:pPr>
            <a:r>
              <a:t>Oh the grace that brought it</a:t>
            </a:r>
          </a:p>
          <a:p>
            <a:pPr algn="l">
              <a:defRPr/>
            </a:pPr>
            <a:r>
              <a:t>down to man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 the mighty gulf that God</a:t>
            </a:r>
          </a:p>
          <a:p>
            <a:pPr algn="l">
              <a:defRPr/>
            </a:pPr>
            <a:r>
              <a:t>did span</a:t>
            </a:r>
          </a:p>
          <a:p>
            <a:pPr algn="l">
              <a:spcBef>
                <a:spcPts val="2598"/>
              </a:spcBef>
              <a:defRPr/>
            </a:pPr>
            <a:r>
              <a:t>At Calva — 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Mercy there was great</a:t>
            </a:r>
          </a:p>
          <a:p>
            <a:pPr algn="l">
              <a:defRPr/>
            </a:pPr>
            <a:r>
              <a:t>and grace was free</a:t>
            </a:r>
          </a:p>
          <a:p>
            <a:pPr algn="l">
              <a:spcBef>
                <a:spcPts val="2598"/>
              </a:spcBef>
              <a:defRPr/>
            </a:pPr>
            <a:r>
              <a:t>Pardon there was multi-plied</a:t>
            </a:r>
          </a:p>
          <a:p>
            <a:pPr algn="l">
              <a:defRPr/>
            </a:pPr>
            <a:r>
              <a:t>to 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There my burdened soul</a:t>
            </a:r>
          </a:p>
          <a:p>
            <a:pPr algn="l">
              <a:defRPr/>
            </a:pPr>
            <a:r>
              <a:t>found liberty</a:t>
            </a:r>
          </a:p>
          <a:p>
            <a:pPr algn="l">
              <a:spcBef>
                <a:spcPts val="2598"/>
              </a:spcBef>
              <a:defRPr/>
            </a:pPr>
            <a:r>
              <a:t>At Calva — 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Come Jesus Come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Sometimes I fall, to my</a:t>
            </a:r>
          </a:p>
          <a:p>
            <a:pPr algn="l">
              <a:defRPr/>
            </a:pPr>
            <a:r>
              <a:t>knees and pray</a:t>
            </a:r>
          </a:p>
          <a:p>
            <a:pPr algn="l">
              <a:spcBef>
                <a:spcPts val="2598"/>
              </a:spcBef>
              <a:defRPr/>
            </a:pPr>
            <a:r>
              <a:t>Come, Jesus come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Let today be the day</a:t>
            </a:r>
          </a:p>
          <a:p>
            <a:pPr algn="l">
              <a:spcBef>
                <a:spcPts val="2598"/>
              </a:spcBef>
              <a:defRPr/>
            </a:pPr>
            <a:r>
              <a:t>Sometimes I feel, like I'm</a:t>
            </a:r>
          </a:p>
          <a:p>
            <a:pPr algn="l">
              <a:defRPr/>
            </a:pPr>
            <a:r>
              <a:t>gonna break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But I'm holding on</a:t>
            </a:r>
          </a:p>
          <a:p>
            <a:pPr algn="l">
              <a:spcBef>
                <a:spcPts val="2598"/>
              </a:spcBef>
              <a:defRPr/>
            </a:pPr>
            <a:r>
              <a:t>To a hope that won't fade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Come, Jesus, come</a:t>
            </a:r>
          </a:p>
          <a:p>
            <a:pPr algn="l">
              <a:spcBef>
                <a:spcPts val="2598"/>
              </a:spcBef>
              <a:defRPr/>
            </a:pPr>
            <a:r>
              <a:t>We've been waiting so long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For the day You return</a:t>
            </a:r>
          </a:p>
          <a:p>
            <a:pPr algn="l">
              <a:defRPr/>
            </a:pPr>
            <a:r>
              <a:t>to heal every hurt and right</a:t>
            </a:r>
          </a:p>
          <a:p>
            <a:pPr algn="l">
              <a:defRPr/>
            </a:pPr>
            <a:r>
              <a:t>every wrong</a:t>
            </a:r>
          </a:p>
          <a:p>
            <a:pPr algn="l">
              <a:spcBef>
                <a:spcPts val="2598"/>
              </a:spcBef>
              <a:defRPr/>
            </a:pPr>
            <a:r>
              <a:t>We need You right now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Come and turn this around</a:t>
            </a:r>
          </a:p>
          <a:p>
            <a:pPr algn="l">
              <a:spcBef>
                <a:spcPts val="2598"/>
              </a:spcBef>
              <a:defRPr/>
            </a:pPr>
            <a:r>
              <a:t>Deep down I know,</a:t>
            </a:r>
          </a:p>
          <a:p>
            <a:pPr algn="l">
              <a:defRPr/>
            </a:pPr>
            <a:r>
              <a:t>this world isn't home</a:t>
            </a:r>
          </a:p>
          <a:p>
            <a:pPr algn="l">
              <a:spcBef>
                <a:spcPts val="2598"/>
              </a:spcBef>
              <a:defRPr/>
            </a:pPr>
            <a:r>
              <a:t>Come, Jesus, come</a:t>
            </a:r>
          </a:p>
          <a:p>
            <a:pPr algn="l">
              <a:spcBef>
                <a:spcPts val="2598"/>
              </a:spcBef>
              <a:defRPr/>
            </a:pPr>
            <a:r>
              <a:t>Come, Jesus, come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There'll be no war,</a:t>
            </a:r>
          </a:p>
          <a:p>
            <a:pPr algn="l">
              <a:defRPr/>
            </a:pPr>
            <a:r>
              <a:t>and there'll be no chains</a:t>
            </a:r>
          </a:p>
          <a:p>
            <a:pPr algn="l">
              <a:spcBef>
                <a:spcPts val="2598"/>
              </a:spcBef>
              <a:defRPr/>
            </a:pPr>
            <a:r>
              <a:t>When Jesus comes</a:t>
            </a:r>
          </a:p>
          <a:p>
            <a:pPr algn="l">
              <a:spcBef>
                <a:spcPts val="2598"/>
              </a:spcBef>
              <a:defRPr/>
            </a:pPr>
            <a:r>
              <a:t>Let today be the day</a:t>
            </a:r>
          </a:p>
          <a:p>
            <a:pPr algn="l">
              <a:spcBef>
                <a:spcPts val="2598"/>
              </a:spcBef>
              <a:defRPr/>
            </a:pPr>
            <a:r>
              <a:t>He'll come for the weak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And the strong just the same</a:t>
            </a:r>
          </a:p>
          <a:p>
            <a:pPr algn="l">
              <a:spcBef>
                <a:spcPts val="2598"/>
              </a:spcBef>
              <a:defRPr/>
            </a:pPr>
            <a:r>
              <a:t>And all will believe</a:t>
            </a:r>
          </a:p>
          <a:p>
            <a:pPr algn="l">
              <a:spcBef>
                <a:spcPts val="2598"/>
              </a:spcBef>
              <a:defRPr/>
            </a:pPr>
            <a:r>
              <a:t>In the power of His name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Come, Jesus, come</a:t>
            </a:r>
          </a:p>
          <a:p>
            <a:pPr algn="l">
              <a:spcBef>
                <a:spcPts val="2598"/>
              </a:spcBef>
              <a:defRPr/>
            </a:pPr>
            <a:r>
              <a:t>We've been waiting so long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For the day You return</a:t>
            </a:r>
          </a:p>
          <a:p>
            <a:pPr algn="l">
              <a:defRPr/>
            </a:pPr>
            <a:r>
              <a:t>to heal every hurt and right</a:t>
            </a:r>
          </a:p>
          <a:p>
            <a:pPr algn="l">
              <a:defRPr/>
            </a:pPr>
            <a:r>
              <a:t>every wrong</a:t>
            </a:r>
          </a:p>
          <a:p>
            <a:pPr algn="l">
              <a:spcBef>
                <a:spcPts val="2598"/>
              </a:spcBef>
              <a:defRPr/>
            </a:pPr>
            <a:r>
              <a:t>We need You right now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Come and turn this around</a:t>
            </a:r>
          </a:p>
          <a:p>
            <a:pPr algn="l">
              <a:spcBef>
                <a:spcPts val="2598"/>
              </a:spcBef>
              <a:defRPr/>
            </a:pPr>
            <a:r>
              <a:t>Deep down I know,</a:t>
            </a:r>
          </a:p>
          <a:p>
            <a:pPr algn="l">
              <a:defRPr/>
            </a:pPr>
            <a:r>
              <a:t>this world isn't home</a:t>
            </a:r>
          </a:p>
          <a:p>
            <a:pPr algn="l">
              <a:spcBef>
                <a:spcPts val="2598"/>
              </a:spcBef>
              <a:defRPr/>
            </a:pPr>
            <a:r>
              <a:t>Come, Jesus, come</a:t>
            </a:r>
          </a:p>
          <a:p>
            <a:pPr algn="l">
              <a:spcBef>
                <a:spcPts val="2598"/>
              </a:spcBef>
              <a:defRPr/>
            </a:pPr>
            <a:r>
              <a:t>Come, Jesus, come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One day He'll come</a:t>
            </a:r>
          </a:p>
          <a:p>
            <a:pPr algn="l">
              <a:spcBef>
                <a:spcPts val="2598"/>
              </a:spcBef>
              <a:defRPr/>
            </a:pPr>
            <a:r>
              <a:t>And we'll stand face to face</a:t>
            </a:r>
          </a:p>
          <a:p>
            <a:pPr algn="l">
              <a:spcBef>
                <a:spcPts val="2598"/>
              </a:spcBef>
              <a:defRPr/>
            </a:pPr>
            <a:r>
              <a:t>Come and lay it all down</a:t>
            </a:r>
          </a:p>
          <a:p>
            <a:pPr algn="l">
              <a:spcBef>
                <a:spcPts val="2598"/>
              </a:spcBef>
              <a:defRPr/>
            </a:pPr>
            <a:r>
              <a:t>‘Cause it might be today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 time is right now</a:t>
            </a:r>
          </a:p>
          <a:p>
            <a:pPr algn="l">
              <a:spcBef>
                <a:spcPts val="2598"/>
              </a:spcBef>
              <a:defRPr/>
            </a:pPr>
            <a:r>
              <a:t>There's no need to wait</a:t>
            </a:r>
          </a:p>
          <a:p>
            <a:pPr algn="l">
              <a:spcBef>
                <a:spcPts val="2598"/>
              </a:spcBef>
              <a:defRPr/>
            </a:pPr>
            <a:r>
              <a:t>Your past will be washed</a:t>
            </a:r>
          </a:p>
          <a:p>
            <a:pPr algn="l">
              <a:spcBef>
                <a:spcPts val="2598"/>
              </a:spcBef>
              <a:defRPr/>
            </a:pPr>
            <a:r>
              <a:t>By rivers of grace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Come, Jesus, come</a:t>
            </a:r>
          </a:p>
          <a:p>
            <a:pPr algn="l">
              <a:spcBef>
                <a:spcPts val="2598"/>
              </a:spcBef>
              <a:defRPr/>
            </a:pPr>
            <a:r>
              <a:t>We've been waiting so long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For the day You return</a:t>
            </a:r>
          </a:p>
          <a:p>
            <a:pPr algn="l">
              <a:defRPr/>
            </a:pPr>
            <a:r>
              <a:t>to heal every hurt and right</a:t>
            </a:r>
          </a:p>
          <a:p>
            <a:pPr algn="l">
              <a:defRPr/>
            </a:pPr>
            <a:r>
              <a:t>every wrong</a:t>
            </a:r>
          </a:p>
          <a:p>
            <a:pPr algn="l">
              <a:spcBef>
                <a:spcPts val="2598"/>
              </a:spcBef>
              <a:defRPr/>
            </a:pPr>
            <a:r>
              <a:t>We need You right now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Come and turn this around</a:t>
            </a:r>
          </a:p>
          <a:p>
            <a:pPr algn="l">
              <a:spcBef>
                <a:spcPts val="2598"/>
              </a:spcBef>
              <a:defRPr/>
            </a:pPr>
            <a:r>
              <a:t>Deep down I know,</a:t>
            </a:r>
          </a:p>
          <a:p>
            <a:pPr algn="l">
              <a:defRPr/>
            </a:pPr>
            <a:r>
              <a:t>this world isn't home</a:t>
            </a:r>
          </a:p>
          <a:p>
            <a:pPr algn="l">
              <a:spcBef>
                <a:spcPts val="2598"/>
              </a:spcBef>
              <a:defRPr/>
            </a:pPr>
            <a:r>
              <a:t>Come, Jesus, come</a:t>
            </a:r>
          </a:p>
          <a:p>
            <a:pPr algn="l">
              <a:spcBef>
                <a:spcPts val="2598"/>
              </a:spcBef>
              <a:defRPr/>
            </a:pPr>
            <a:r>
              <a:t>Come, Jesus, come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Come, Jesus, come</a:t>
            </a:r>
          </a:p>
          <a:p>
            <a:pPr algn="l">
              <a:spcBef>
                <a:spcPts val="2598"/>
              </a:spcBef>
              <a:defRPr/>
            </a:pPr>
            <a:r>
              <a:t>We've been waiting so long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For the day You return</a:t>
            </a:r>
          </a:p>
          <a:p>
            <a:pPr algn="l">
              <a:defRPr/>
            </a:pPr>
            <a:r>
              <a:t>to heal every hurt and right</a:t>
            </a:r>
          </a:p>
          <a:p>
            <a:pPr algn="l">
              <a:defRPr/>
            </a:pPr>
            <a:r>
              <a:t>every wrong</a:t>
            </a:r>
          </a:p>
          <a:p>
            <a:pPr algn="l">
              <a:spcBef>
                <a:spcPts val="2598"/>
              </a:spcBef>
              <a:defRPr/>
            </a:pPr>
            <a:r>
              <a:t>We need You right now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Come and turn this around</a:t>
            </a:r>
          </a:p>
          <a:p>
            <a:pPr algn="l">
              <a:spcBef>
                <a:spcPts val="2598"/>
              </a:spcBef>
              <a:defRPr/>
            </a:pPr>
            <a:r>
              <a:t>Deep down I know,</a:t>
            </a:r>
          </a:p>
          <a:p>
            <a:pPr algn="l">
              <a:defRPr/>
            </a:pPr>
            <a:r>
              <a:t>this world isn't home</a:t>
            </a:r>
          </a:p>
          <a:p>
            <a:pPr algn="l">
              <a:spcBef>
                <a:spcPts val="2598"/>
              </a:spcBef>
              <a:defRPr/>
            </a:pPr>
            <a:r>
              <a:t>Come, Jesus, come</a:t>
            </a:r>
          </a:p>
          <a:p>
            <a:pPr algn="l">
              <a:spcBef>
                <a:spcPts val="2598"/>
              </a:spcBef>
              <a:defRPr/>
            </a:pPr>
            <a:r>
              <a:t>Come, Jesus, come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Come Thou Fount Of Every Blessing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Come Thou Fount of</a:t>
            </a:r>
          </a:p>
          <a:p>
            <a:pPr algn="l">
              <a:defRPr/>
            </a:pPr>
            <a:r>
              <a:t>every blessing</a:t>
            </a:r>
          </a:p>
          <a:p>
            <a:pPr algn="l">
              <a:spcBef>
                <a:spcPts val="2598"/>
              </a:spcBef>
              <a:defRPr/>
            </a:pPr>
            <a:r>
              <a:t>Tune my heart to sing</a:t>
            </a:r>
          </a:p>
          <a:p>
            <a:pPr algn="l">
              <a:defRPr/>
            </a:pPr>
            <a:r>
              <a:t>Thy grace;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Streams of mercy,</a:t>
            </a:r>
          </a:p>
          <a:p>
            <a:pPr algn="l">
              <a:defRPr/>
            </a:pPr>
            <a:r>
              <a:t>never ceasing,</a:t>
            </a:r>
          </a:p>
          <a:p>
            <a:pPr algn="l">
              <a:spcBef>
                <a:spcPts val="2598"/>
              </a:spcBef>
              <a:defRPr/>
            </a:pPr>
            <a:r>
              <a:t>Call for songs of</a:t>
            </a:r>
          </a:p>
          <a:p>
            <a:pPr algn="l">
              <a:defRPr/>
            </a:pPr>
            <a:r>
              <a:t>loudest praise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Teach me some</a:t>
            </a:r>
          </a:p>
          <a:p>
            <a:pPr algn="l">
              <a:defRPr/>
            </a:pPr>
            <a:r>
              <a:t>melodious sonnet,</a:t>
            </a:r>
          </a:p>
          <a:p>
            <a:pPr algn="l">
              <a:spcBef>
                <a:spcPts val="2598"/>
              </a:spcBef>
              <a:defRPr/>
            </a:pPr>
            <a:r>
              <a:t>Sung by flaming</a:t>
            </a:r>
          </a:p>
          <a:p>
            <a:pPr algn="l">
              <a:defRPr/>
            </a:pPr>
            <a:r>
              <a:t>tongues above.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Praise the mount! I'm fixed</a:t>
            </a:r>
          </a:p>
          <a:p>
            <a:pPr algn="l">
              <a:defRPr/>
            </a:pPr>
            <a:r>
              <a:t>upon it,</a:t>
            </a:r>
          </a:p>
          <a:p>
            <a:pPr algn="l">
              <a:spcBef>
                <a:spcPts val="2598"/>
              </a:spcBef>
              <a:defRPr/>
            </a:pPr>
            <a:r>
              <a:t>Mount of Thy</a:t>
            </a:r>
          </a:p>
          <a:p>
            <a:pPr algn="l">
              <a:defRPr/>
            </a:pPr>
            <a:r>
              <a:t>redeeming love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Here I raise my Ebenezer;</a:t>
            </a:r>
          </a:p>
          <a:p>
            <a:pPr algn="l">
              <a:spcBef>
                <a:spcPts val="2598"/>
              </a:spcBef>
              <a:defRPr/>
            </a:pPr>
            <a:r>
              <a:t>Hither by Thy help I'm come;</a:t>
            </a:r>
          </a:p>
          <a:p>
            <a:pPr algn="l">
              <a:spcBef>
                <a:spcPts val="2598"/>
              </a:spcBef>
              <a:defRPr/>
            </a:pPr>
            <a:r>
              <a:t>And I hope, by Thy</a:t>
            </a:r>
          </a:p>
          <a:p>
            <a:pPr algn="l">
              <a:defRPr/>
            </a:pPr>
            <a:r>
              <a:t>good pleasure,</a:t>
            </a:r>
          </a:p>
          <a:p>
            <a:pPr algn="l">
              <a:spcBef>
                <a:spcPts val="2598"/>
              </a:spcBef>
              <a:defRPr/>
            </a:pPr>
            <a:r>
              <a:t>Safely to arrive at home.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(G) Am Cc</a:t>
            </a:r>
          </a:p>
          <a:p>
            <a:pPr algn="l">
              <a:spcBef>
                <a:spcPts val="2598"/>
              </a:spcBef>
              <a:defRPr/>
            </a:pPr>
            <a:r>
              <a:t>Jesus sought me when</a:t>
            </a:r>
          </a:p>
          <a:p>
            <a:pPr algn="l">
              <a:defRPr/>
            </a:pPr>
            <a:r>
              <a:t>a stranger,</a:t>
            </a:r>
          </a:p>
          <a:p>
            <a:pPr algn="l">
              <a:spcBef>
                <a:spcPts val="2598"/>
              </a:spcBef>
              <a:defRPr/>
            </a:pPr>
            <a:r>
              <a:t>Wandering from the fold</a:t>
            </a:r>
          </a:p>
          <a:p>
            <a:pPr algn="l">
              <a:defRPr/>
            </a:pPr>
            <a:r>
              <a:t>of God;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He, to rescue me</a:t>
            </a:r>
          </a:p>
          <a:p>
            <a:pPr algn="l">
              <a:defRPr/>
            </a:pPr>
            <a:r>
              <a:t>from danger,</a:t>
            </a:r>
          </a:p>
          <a:p>
            <a:pPr algn="l">
              <a:spcBef>
                <a:spcPts val="2598"/>
              </a:spcBef>
              <a:defRPr/>
            </a:pPr>
            <a:r>
              <a:t>Interposed His</a:t>
            </a:r>
          </a:p>
          <a:p>
            <a:pPr algn="l">
              <a:defRPr/>
            </a:pPr>
            <a:r>
              <a:t>precious blood.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 to grace how great</a:t>
            </a:r>
          </a:p>
          <a:p>
            <a:pPr algn="l">
              <a:defRPr/>
            </a:pPr>
            <a:r>
              <a:t>a debtor</a:t>
            </a:r>
          </a:p>
          <a:p>
            <a:pPr algn="l">
              <a:spcBef>
                <a:spcPts val="2598"/>
              </a:spcBef>
              <a:defRPr/>
            </a:pPr>
            <a:r>
              <a:t>Daily I'm constrained to be!</a:t>
            </a:r>
          </a:p>
          <a:p>
            <a:pPr algn="l">
              <a:spcBef>
                <a:spcPts val="2598"/>
              </a:spcBef>
              <a:defRPr/>
            </a:pPr>
            <a:r>
              <a:t>Let that goodness like</a:t>
            </a:r>
          </a:p>
          <a:p>
            <a:pPr algn="l">
              <a:defRPr/>
            </a:pPr>
            <a:r>
              <a:t>a fetter,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Bind my wandering heart</a:t>
            </a:r>
          </a:p>
          <a:p>
            <a:pPr algn="l">
              <a:defRPr/>
            </a:pPr>
            <a:r>
              <a:t>to Thee.</a:t>
            </a:r>
          </a:p>
          <a:p>
            <a:pPr algn="l">
              <a:spcBef>
                <a:spcPts val="2598"/>
              </a:spcBef>
              <a:defRPr/>
            </a:pPr>
            <a:r>
              <a:t>Prone to wander, Lord, I</a:t>
            </a:r>
          </a:p>
          <a:p>
            <a:pPr algn="l">
              <a:defRPr/>
            </a:pPr>
            <a:r>
              <a:t>feel it,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Prone to leave the God</a:t>
            </a:r>
          </a:p>
          <a:p>
            <a:pPr algn="l">
              <a:defRPr/>
            </a:pPr>
            <a:r>
              <a:t>I love;</a:t>
            </a:r>
          </a:p>
          <a:p>
            <a:pPr algn="l">
              <a:spcBef>
                <a:spcPts val="2598"/>
              </a:spcBef>
              <a:defRPr/>
            </a:pPr>
            <a:r>
              <a:t>Here's my heart, O take</a:t>
            </a:r>
          </a:p>
          <a:p>
            <a:pPr algn="l">
              <a:defRPr/>
            </a:pPr>
            <a:r>
              <a:t>and seal it,</a:t>
            </a:r>
          </a:p>
          <a:p>
            <a:pPr algn="l">
              <a:spcBef>
                <a:spcPts val="2598"/>
              </a:spcBef>
              <a:defRPr/>
            </a:pPr>
            <a:r>
              <a:t>Seal it for Thy courts above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Here's my heart, O take</a:t>
            </a:r>
          </a:p>
          <a:p>
            <a:pPr algn="l">
              <a:defRPr/>
            </a:pPr>
            <a:r>
              <a:t>and seal it,</a:t>
            </a:r>
          </a:p>
          <a:p>
            <a:pPr algn="l">
              <a:spcBef>
                <a:spcPts val="2598"/>
              </a:spcBef>
              <a:defRPr/>
            </a:pPr>
            <a:r>
              <a:t>Seal it for Thy courts above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Great Is Thy Faithfulness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Great is Thy faithfulness, O</a:t>
            </a:r>
          </a:p>
          <a:p>
            <a:pPr algn="l">
              <a:defRPr/>
            </a:pPr>
            <a:r>
              <a:t>God my Father</a:t>
            </a:r>
          </a:p>
          <a:p>
            <a:pPr algn="l">
              <a:spcBef>
                <a:spcPts val="2598"/>
              </a:spcBef>
              <a:defRPr/>
            </a:pPr>
            <a:r>
              <a:t>There is no shadow</a:t>
            </a:r>
          </a:p>
          <a:p>
            <a:pPr algn="l">
              <a:defRPr/>
            </a:pPr>
            <a:r>
              <a:t>of turning with Thee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Thou changest not, Thy</a:t>
            </a:r>
          </a:p>
          <a:p>
            <a:pPr algn="l">
              <a:defRPr/>
            </a:pPr>
            <a:r>
              <a:t>compassions they fail not</a:t>
            </a:r>
          </a:p>
          <a:p>
            <a:pPr algn="l">
              <a:spcBef>
                <a:spcPts val="2598"/>
              </a:spcBef>
              <a:defRPr/>
            </a:pPr>
            <a:r>
              <a:t>As Thou hast been Thou</a:t>
            </a:r>
          </a:p>
          <a:p>
            <a:pPr algn="l">
              <a:defRPr/>
            </a:pPr>
            <a:r>
              <a:t>forever wilt be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Great is Thy faithfulness!</a:t>
            </a:r>
          </a:p>
          <a:p>
            <a:pPr algn="l">
              <a:defRPr/>
            </a:pPr>
            <a:r>
              <a:t>Great is Thy faithfulness!</a:t>
            </a:r>
          </a:p>
          <a:p>
            <a:pPr algn="l">
              <a:spcBef>
                <a:spcPts val="2598"/>
              </a:spcBef>
              <a:defRPr/>
            </a:pPr>
            <a:r>
              <a:t>Morning by morning new</a:t>
            </a:r>
          </a:p>
          <a:p>
            <a:pPr algn="l">
              <a:defRPr/>
            </a:pPr>
            <a:r>
              <a:t>mercies I see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All I have needed Thy hand</a:t>
            </a:r>
          </a:p>
          <a:p>
            <a:pPr algn="l">
              <a:defRPr/>
            </a:pPr>
            <a:r>
              <a:t>hath provided</a:t>
            </a:r>
          </a:p>
          <a:p>
            <a:pPr algn="l">
              <a:spcBef>
                <a:spcPts val="2598"/>
              </a:spcBef>
              <a:defRPr/>
            </a:pPr>
            <a:r>
              <a:t>Great is Thy faithfulness,</a:t>
            </a:r>
          </a:p>
          <a:p>
            <a:pPr algn="l">
              <a:defRPr/>
            </a:pPr>
            <a:r>
              <a:t>Lord unto me!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Summer and winter</a:t>
            </a:r>
          </a:p>
          <a:p>
            <a:pPr algn="l">
              <a:defRPr/>
            </a:pPr>
            <a:r>
              <a:t>and springtime and harvest</a:t>
            </a:r>
          </a:p>
          <a:p>
            <a:pPr algn="l">
              <a:spcBef>
                <a:spcPts val="2598"/>
              </a:spcBef>
              <a:defRPr/>
            </a:pPr>
            <a:r>
              <a:t>Sun, moon and stars in their</a:t>
            </a:r>
          </a:p>
          <a:p>
            <a:pPr algn="l">
              <a:defRPr/>
            </a:pPr>
            <a:r>
              <a:t>courses above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Join with all nature</a:t>
            </a:r>
          </a:p>
          <a:p>
            <a:pPr algn="l">
              <a:defRPr/>
            </a:pPr>
            <a:r>
              <a:t>in manifold witness</a:t>
            </a:r>
          </a:p>
          <a:p>
            <a:pPr algn="l">
              <a:spcBef>
                <a:spcPts val="2598"/>
              </a:spcBef>
              <a:defRPr/>
            </a:pPr>
            <a:r>
              <a:t>To Thy great faithfulness,</a:t>
            </a:r>
          </a:p>
          <a:p>
            <a:pPr algn="l">
              <a:defRPr/>
            </a:pPr>
            <a:r>
              <a:t>mercy and love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Great is Thy faithfulness!</a:t>
            </a:r>
          </a:p>
          <a:p>
            <a:pPr algn="l">
              <a:defRPr/>
            </a:pPr>
            <a:r>
              <a:t>Great is Thy faithfulness!</a:t>
            </a:r>
          </a:p>
          <a:p>
            <a:pPr algn="l">
              <a:spcBef>
                <a:spcPts val="2598"/>
              </a:spcBef>
              <a:defRPr/>
            </a:pPr>
            <a:r>
              <a:t>Morning by morning new</a:t>
            </a:r>
          </a:p>
          <a:p>
            <a:pPr algn="l">
              <a:defRPr/>
            </a:pPr>
            <a:r>
              <a:t>mercies I see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All I have needed Thy hand</a:t>
            </a:r>
          </a:p>
          <a:p>
            <a:pPr algn="l">
              <a:defRPr/>
            </a:pPr>
            <a:r>
              <a:t>hath provided</a:t>
            </a:r>
          </a:p>
          <a:p>
            <a:pPr algn="l">
              <a:spcBef>
                <a:spcPts val="2598"/>
              </a:spcBef>
              <a:defRPr/>
            </a:pPr>
            <a:r>
              <a:t>Great is Thy faithfulness,</a:t>
            </a:r>
          </a:p>
          <a:p>
            <a:pPr algn="l">
              <a:defRPr/>
            </a:pPr>
            <a:r>
              <a:t>Lord unto me!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Pardon for sin and a peace</a:t>
            </a:r>
          </a:p>
          <a:p>
            <a:pPr algn="l">
              <a:defRPr/>
            </a:pPr>
            <a:r>
              <a:t>that endureth</a:t>
            </a:r>
          </a:p>
          <a:p>
            <a:pPr algn="l">
              <a:spcBef>
                <a:spcPts val="2598"/>
              </a:spcBef>
              <a:defRPr/>
            </a:pPr>
            <a:r>
              <a:t>Thy own dear presence</a:t>
            </a:r>
          </a:p>
          <a:p>
            <a:pPr algn="l">
              <a:defRPr/>
            </a:pPr>
            <a:r>
              <a:t>to cheer and to guide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Strength for today and bright</a:t>
            </a:r>
          </a:p>
          <a:p>
            <a:pPr algn="l">
              <a:defRPr/>
            </a:pPr>
            <a:r>
              <a:t>hope for tomorrow</a:t>
            </a:r>
          </a:p>
          <a:p>
            <a:pPr algn="l">
              <a:spcBef>
                <a:spcPts val="2598"/>
              </a:spcBef>
              <a:defRPr/>
            </a:pPr>
            <a:r>
              <a:t>Blessings all mine with ten</a:t>
            </a:r>
          </a:p>
          <a:p>
            <a:pPr algn="l">
              <a:defRPr/>
            </a:pPr>
            <a:r>
              <a:t>thousand beside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Great is Thy faithfulness!</a:t>
            </a:r>
          </a:p>
          <a:p>
            <a:pPr algn="l">
              <a:defRPr/>
            </a:pPr>
            <a:r>
              <a:t>Great is Thy faithfulness!</a:t>
            </a:r>
          </a:p>
          <a:p>
            <a:pPr algn="l">
              <a:spcBef>
                <a:spcPts val="2598"/>
              </a:spcBef>
              <a:defRPr/>
            </a:pPr>
            <a:r>
              <a:t>Morning by morning new</a:t>
            </a:r>
          </a:p>
          <a:p>
            <a:pPr algn="l">
              <a:defRPr/>
            </a:pPr>
            <a:r>
              <a:t>mercies I see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All I have needed Thy hand</a:t>
            </a:r>
          </a:p>
          <a:p>
            <a:pPr algn="l">
              <a:defRPr/>
            </a:pPr>
            <a:r>
              <a:t>hath provided</a:t>
            </a:r>
          </a:p>
          <a:p>
            <a:pPr algn="l">
              <a:spcBef>
                <a:spcPts val="2598"/>
              </a:spcBef>
              <a:defRPr/>
            </a:pPr>
            <a:r>
              <a:t>Great is Thy faithfulness,</a:t>
            </a:r>
          </a:p>
          <a:p>
            <a:pPr algn="l">
              <a:defRPr/>
            </a:pPr>
            <a:r>
              <a:t>Lord unto me!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Great is Thy faithfulness!</a:t>
            </a:r>
          </a:p>
          <a:p>
            <a:pPr algn="l">
              <a:defRPr/>
            </a:pPr>
            <a:r>
              <a:t>Great is Thy faithfulness!</a:t>
            </a:r>
          </a:p>
          <a:p>
            <a:pPr algn="l">
              <a:spcBef>
                <a:spcPts val="2598"/>
              </a:spcBef>
              <a:defRPr/>
            </a:pPr>
            <a:r>
              <a:t>Morning by morning new</a:t>
            </a:r>
          </a:p>
          <a:p>
            <a:pPr algn="l">
              <a:defRPr/>
            </a:pPr>
            <a:r>
              <a:t>mercies I see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All I have needed Thy hand</a:t>
            </a:r>
          </a:p>
          <a:p>
            <a:pPr algn="l">
              <a:defRPr/>
            </a:pPr>
            <a:r>
              <a:t>hath provided</a:t>
            </a:r>
          </a:p>
          <a:p>
            <a:pPr algn="l">
              <a:spcBef>
                <a:spcPts val="2598"/>
              </a:spcBef>
              <a:defRPr/>
            </a:pPr>
            <a:r>
              <a:t>Great is Thy faithfulness,</a:t>
            </a:r>
          </a:p>
          <a:p>
            <a:pPr algn="l">
              <a:defRPr/>
            </a:pPr>
            <a:r>
              <a:t>Lord unto me!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Higher Ground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I'm pressing on the</a:t>
            </a:r>
          </a:p>
          <a:p>
            <a:pPr algn="l">
              <a:defRPr/>
            </a:pPr>
            <a:r>
              <a:t>upward way</a:t>
            </a:r>
          </a:p>
          <a:p>
            <a:pPr algn="l">
              <a:spcBef>
                <a:spcPts val="2598"/>
              </a:spcBef>
              <a:defRPr/>
            </a:pPr>
            <a:r>
              <a:t>New heights I'm gaining</a:t>
            </a:r>
          </a:p>
          <a:p>
            <a:pPr algn="l">
              <a:defRPr/>
            </a:pPr>
            <a:r>
              <a:t>every day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Still praying as I'm</a:t>
            </a:r>
          </a:p>
          <a:p>
            <a:pPr algn="l">
              <a:defRPr/>
            </a:pPr>
            <a:r>
              <a:t>onward bound</a:t>
            </a:r>
          </a:p>
          <a:p>
            <a:pPr algn="l">
              <a:spcBef>
                <a:spcPts val="2598"/>
              </a:spcBef>
              <a:defRPr/>
            </a:pPr>
            <a:r>
              <a:t>"Lord, plant my feet</a:t>
            </a:r>
          </a:p>
          <a:p>
            <a:pPr algn="l">
              <a:defRPr/>
            </a:pPr>
            <a:r>
              <a:t>on higher ground."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Lord, lift me up and let</a:t>
            </a:r>
          </a:p>
          <a:p>
            <a:pPr algn="l">
              <a:defRPr/>
            </a:pPr>
            <a:r>
              <a:t>me stand</a:t>
            </a:r>
          </a:p>
          <a:p>
            <a:pPr algn="l">
              <a:spcBef>
                <a:spcPts val="2598"/>
              </a:spcBef>
              <a:defRPr/>
            </a:pPr>
            <a:r>
              <a:t>By faith on heaven's</a:t>
            </a:r>
          </a:p>
          <a:p>
            <a:pPr algn="l">
              <a:defRPr/>
            </a:pPr>
            <a:r>
              <a:t>table land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 higher plane than I</a:t>
            </a:r>
          </a:p>
          <a:p>
            <a:pPr algn="l">
              <a:defRPr/>
            </a:pPr>
            <a:r>
              <a:t>have found</a:t>
            </a:r>
          </a:p>
          <a:p>
            <a:pPr algn="l">
              <a:spcBef>
                <a:spcPts val="2598"/>
              </a:spcBef>
              <a:defRPr/>
            </a:pPr>
            <a:r>
              <a:t>Lord, plant my feet</a:t>
            </a:r>
          </a:p>
          <a:p>
            <a:pPr algn="l">
              <a:defRPr/>
            </a:pPr>
            <a:r>
              <a:t>on higher ground.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My heart has no desire</a:t>
            </a:r>
          </a:p>
          <a:p>
            <a:pPr algn="l">
              <a:defRPr/>
            </a:pPr>
            <a:r>
              <a:t>to stay</a:t>
            </a:r>
          </a:p>
          <a:p>
            <a:pPr algn="l">
              <a:spcBef>
                <a:spcPts val="2598"/>
              </a:spcBef>
              <a:defRPr/>
            </a:pPr>
            <a:r>
              <a:t>Where doubts arise</a:t>
            </a:r>
          </a:p>
          <a:p>
            <a:pPr algn="l">
              <a:defRPr/>
            </a:pPr>
            <a:r>
              <a:t>and fears dismay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Tho' some may dwell where</a:t>
            </a:r>
          </a:p>
          <a:p>
            <a:pPr algn="l">
              <a:defRPr/>
            </a:pPr>
            <a:r>
              <a:t>these abound</a:t>
            </a:r>
          </a:p>
          <a:p>
            <a:pPr algn="l">
              <a:spcBef>
                <a:spcPts val="2598"/>
              </a:spcBef>
              <a:defRPr/>
            </a:pPr>
            <a:r>
              <a:t>My prayer, my aim is</a:t>
            </a:r>
          </a:p>
          <a:p>
            <a:pPr algn="l">
              <a:defRPr/>
            </a:pPr>
            <a:r>
              <a:t>higher ground.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Lord, lift me up and let</a:t>
            </a:r>
          </a:p>
          <a:p>
            <a:pPr algn="l">
              <a:defRPr/>
            </a:pPr>
            <a:r>
              <a:t>me stand</a:t>
            </a:r>
          </a:p>
          <a:p>
            <a:pPr algn="l">
              <a:spcBef>
                <a:spcPts val="2598"/>
              </a:spcBef>
              <a:defRPr/>
            </a:pPr>
            <a:r>
              <a:t>By faith on heaven's</a:t>
            </a:r>
          </a:p>
          <a:p>
            <a:pPr algn="l">
              <a:defRPr/>
            </a:pPr>
            <a:r>
              <a:t>table land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 higher plane than I</a:t>
            </a:r>
          </a:p>
          <a:p>
            <a:pPr algn="l">
              <a:defRPr/>
            </a:pPr>
            <a:r>
              <a:t>have found</a:t>
            </a:r>
          </a:p>
          <a:p>
            <a:pPr algn="l">
              <a:spcBef>
                <a:spcPts val="2598"/>
              </a:spcBef>
              <a:defRPr/>
            </a:pPr>
            <a:r>
              <a:t>Lord, plant my feet</a:t>
            </a:r>
          </a:p>
          <a:p>
            <a:pPr algn="l">
              <a:defRPr/>
            </a:pPr>
            <a:r>
              <a:t>on higher ground.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 want to live above</a:t>
            </a:r>
          </a:p>
          <a:p>
            <a:pPr algn="l">
              <a:defRPr/>
            </a:pPr>
            <a:r>
              <a:t>the world</a:t>
            </a:r>
          </a:p>
          <a:p>
            <a:pPr algn="l">
              <a:spcBef>
                <a:spcPts val="2598"/>
              </a:spcBef>
              <a:defRPr/>
            </a:pPr>
            <a:r>
              <a:t>Tho' satan's darts at me</a:t>
            </a:r>
          </a:p>
          <a:p>
            <a:pPr algn="l">
              <a:defRPr/>
            </a:pPr>
            <a:r>
              <a:t>are hurled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For faith has caught</a:t>
            </a:r>
          </a:p>
          <a:p>
            <a:pPr algn="l">
              <a:defRPr/>
            </a:pPr>
            <a:r>
              <a:t>this joyful sound</a:t>
            </a:r>
          </a:p>
          <a:p>
            <a:pPr algn="l">
              <a:spcBef>
                <a:spcPts val="2598"/>
              </a:spcBef>
              <a:defRPr/>
            </a:pPr>
            <a:r>
              <a:t>The song of saints on</a:t>
            </a:r>
          </a:p>
          <a:p>
            <a:pPr algn="l">
              <a:defRPr/>
            </a:pPr>
            <a:r>
              <a:t>higher ground.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Lord, lift me up and let</a:t>
            </a:r>
          </a:p>
          <a:p>
            <a:pPr algn="l">
              <a:defRPr/>
            </a:pPr>
            <a:r>
              <a:t>me stand</a:t>
            </a:r>
          </a:p>
          <a:p>
            <a:pPr algn="l">
              <a:spcBef>
                <a:spcPts val="2598"/>
              </a:spcBef>
              <a:defRPr/>
            </a:pPr>
            <a:r>
              <a:t>By faith on heaven's</a:t>
            </a:r>
          </a:p>
          <a:p>
            <a:pPr algn="l">
              <a:defRPr/>
            </a:pPr>
            <a:r>
              <a:t>table land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 higher plane than I</a:t>
            </a:r>
          </a:p>
          <a:p>
            <a:pPr algn="l">
              <a:defRPr/>
            </a:pPr>
            <a:r>
              <a:t>have found</a:t>
            </a:r>
          </a:p>
          <a:p>
            <a:pPr algn="l">
              <a:spcBef>
                <a:spcPts val="2598"/>
              </a:spcBef>
              <a:defRPr/>
            </a:pPr>
            <a:r>
              <a:t>Lord, plant my feet</a:t>
            </a:r>
          </a:p>
          <a:p>
            <a:pPr algn="l">
              <a:defRPr/>
            </a:pPr>
            <a:r>
              <a:t>on higher ground.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 want to scale the</a:t>
            </a:r>
          </a:p>
          <a:p>
            <a:pPr algn="l">
              <a:defRPr/>
            </a:pPr>
            <a:r>
              <a:t>utmost height</a:t>
            </a:r>
          </a:p>
          <a:p>
            <a:pPr algn="l">
              <a:spcBef>
                <a:spcPts val="2598"/>
              </a:spcBef>
              <a:defRPr/>
            </a:pPr>
            <a:r>
              <a:t>And catch a gleam of</a:t>
            </a:r>
          </a:p>
          <a:p>
            <a:pPr algn="l">
              <a:defRPr/>
            </a:pPr>
            <a:r>
              <a:t>glory bright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But still I'll pray till heaven</a:t>
            </a:r>
          </a:p>
          <a:p>
            <a:pPr algn="l">
              <a:defRPr/>
            </a:pPr>
            <a:r>
              <a:t>I've found</a:t>
            </a:r>
          </a:p>
          <a:p>
            <a:pPr algn="l">
              <a:spcBef>
                <a:spcPts val="2598"/>
              </a:spcBef>
              <a:defRPr/>
            </a:pPr>
            <a:r>
              <a:t>"Lord, lead me on to</a:t>
            </a:r>
          </a:p>
          <a:p>
            <a:pPr algn="l">
              <a:defRPr/>
            </a:pPr>
            <a:r>
              <a:t>higher ground."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Lord, lift me up and let</a:t>
            </a:r>
          </a:p>
          <a:p>
            <a:pPr algn="l">
              <a:defRPr/>
            </a:pPr>
            <a:r>
              <a:t>me stand</a:t>
            </a:r>
          </a:p>
          <a:p>
            <a:pPr algn="l">
              <a:spcBef>
                <a:spcPts val="2598"/>
              </a:spcBef>
              <a:defRPr/>
            </a:pPr>
            <a:r>
              <a:t>By faith on heaven's</a:t>
            </a:r>
          </a:p>
          <a:p>
            <a:pPr algn="l">
              <a:defRPr/>
            </a:pPr>
            <a:r>
              <a:t>table land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 higher plane than I</a:t>
            </a:r>
          </a:p>
          <a:p>
            <a:pPr algn="l">
              <a:defRPr/>
            </a:pPr>
            <a:r>
              <a:t>have found</a:t>
            </a:r>
          </a:p>
          <a:p>
            <a:pPr algn="l">
              <a:spcBef>
                <a:spcPts val="2598"/>
              </a:spcBef>
              <a:defRPr/>
            </a:pPr>
            <a:r>
              <a:t>Lord, plant my feet</a:t>
            </a:r>
          </a:p>
          <a:p>
            <a:pPr algn="l">
              <a:defRPr/>
            </a:pPr>
            <a:r>
              <a:t>on higher ground.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Lord, lift me up and let</a:t>
            </a:r>
          </a:p>
          <a:p>
            <a:pPr algn="l">
              <a:defRPr/>
            </a:pPr>
            <a:r>
              <a:t>me stand</a:t>
            </a:r>
          </a:p>
          <a:p>
            <a:pPr algn="l">
              <a:spcBef>
                <a:spcPts val="2598"/>
              </a:spcBef>
              <a:defRPr/>
            </a:pPr>
            <a:r>
              <a:t>By faith on heaven's</a:t>
            </a:r>
          </a:p>
          <a:p>
            <a:pPr algn="l">
              <a:defRPr/>
            </a:pPr>
            <a:r>
              <a:t>table land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 higher plane than I</a:t>
            </a:r>
          </a:p>
          <a:p>
            <a:pPr algn="l">
              <a:defRPr/>
            </a:pPr>
            <a:r>
              <a:t>have found</a:t>
            </a:r>
          </a:p>
          <a:p>
            <a:pPr algn="l">
              <a:spcBef>
                <a:spcPts val="2598"/>
              </a:spcBef>
              <a:defRPr/>
            </a:pPr>
            <a:r>
              <a:t>Lord, plant my feet</a:t>
            </a:r>
          </a:p>
          <a:p>
            <a:pPr algn="l">
              <a:defRPr/>
            </a:pPr>
            <a:r>
              <a:t>on higher ground.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Id Rather Have Jesus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I'd rather have Jesus than</a:t>
            </a:r>
          </a:p>
          <a:p>
            <a:pPr algn="l">
              <a:defRPr/>
            </a:pPr>
            <a:r>
              <a:t>silver or gold</a:t>
            </a:r>
          </a:p>
          <a:p>
            <a:pPr algn="l">
              <a:spcBef>
                <a:spcPts val="2598"/>
              </a:spcBef>
              <a:defRPr/>
            </a:pPr>
            <a:r>
              <a:t>I'd rather be His than have</a:t>
            </a:r>
          </a:p>
          <a:p>
            <a:pPr algn="l">
              <a:defRPr/>
            </a:pPr>
            <a:r>
              <a:t>riches untold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I'd rather have Jesus than</a:t>
            </a:r>
          </a:p>
          <a:p>
            <a:pPr algn="l">
              <a:defRPr/>
            </a:pPr>
            <a:r>
              <a:t>houses or lands</a:t>
            </a:r>
          </a:p>
          <a:p>
            <a:pPr algn="l">
              <a:spcBef>
                <a:spcPts val="2598"/>
              </a:spcBef>
              <a:defRPr/>
            </a:pPr>
            <a:r>
              <a:t>I'd rather be led by His</a:t>
            </a:r>
          </a:p>
          <a:p>
            <a:pPr algn="l">
              <a:defRPr/>
            </a:pPr>
            <a:r>
              <a:t>nail-pierced hand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Than to be the king of a</a:t>
            </a:r>
          </a:p>
          <a:p>
            <a:pPr algn="l">
              <a:defRPr/>
            </a:pPr>
            <a:r>
              <a:t>vast domain</a:t>
            </a:r>
          </a:p>
          <a:p>
            <a:pPr algn="l">
              <a:spcBef>
                <a:spcPts val="2598"/>
              </a:spcBef>
              <a:defRPr/>
            </a:pPr>
            <a:r>
              <a:t>And be held in sin's</a:t>
            </a:r>
          </a:p>
          <a:p>
            <a:pPr algn="l">
              <a:defRPr/>
            </a:pPr>
            <a:r>
              <a:t>dread sway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I'd rather have Jesus</a:t>
            </a:r>
          </a:p>
          <a:p>
            <a:pPr algn="l">
              <a:defRPr/>
            </a:pPr>
            <a:r>
              <a:t>than anything</a:t>
            </a:r>
          </a:p>
          <a:p>
            <a:pPr algn="l">
              <a:spcBef>
                <a:spcPts val="2598"/>
              </a:spcBef>
              <a:defRPr/>
            </a:pPr>
            <a:r>
              <a:t>This world affords today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I'd rather have Jesus than</a:t>
            </a:r>
          </a:p>
          <a:p>
            <a:pPr algn="l">
              <a:defRPr/>
            </a:pPr>
            <a:r>
              <a:t>worldly applause</a:t>
            </a:r>
          </a:p>
          <a:p>
            <a:pPr algn="l">
              <a:spcBef>
                <a:spcPts val="2598"/>
              </a:spcBef>
              <a:defRPr/>
            </a:pPr>
            <a:r>
              <a:t>I'd rather be faithful to His</a:t>
            </a:r>
          </a:p>
          <a:p>
            <a:pPr algn="l">
              <a:defRPr/>
            </a:pPr>
            <a:r>
              <a:t>dear cause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I'd rather have Jesus than</a:t>
            </a:r>
          </a:p>
          <a:p>
            <a:pPr algn="l">
              <a:defRPr/>
            </a:pPr>
            <a:r>
              <a:t>worldwide fame</a:t>
            </a:r>
          </a:p>
          <a:p>
            <a:pPr algn="l">
              <a:spcBef>
                <a:spcPts val="2598"/>
              </a:spcBef>
              <a:defRPr/>
            </a:pPr>
            <a:r>
              <a:t>Yes, I'd rather be true to His</a:t>
            </a:r>
          </a:p>
          <a:p>
            <a:pPr algn="l">
              <a:defRPr/>
            </a:pPr>
            <a:r>
              <a:t>holy name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Than to be the king of a</a:t>
            </a:r>
          </a:p>
          <a:p>
            <a:pPr algn="l">
              <a:defRPr/>
            </a:pPr>
            <a:r>
              <a:t>vast domain</a:t>
            </a:r>
          </a:p>
          <a:p>
            <a:pPr algn="l">
              <a:spcBef>
                <a:spcPts val="2598"/>
              </a:spcBef>
              <a:defRPr/>
            </a:pPr>
            <a:r>
              <a:t>And be held in sin's</a:t>
            </a:r>
          </a:p>
          <a:p>
            <a:pPr algn="l">
              <a:defRPr/>
            </a:pPr>
            <a:r>
              <a:t>dread sway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I'd rather have Jesus</a:t>
            </a:r>
          </a:p>
          <a:p>
            <a:pPr algn="l">
              <a:defRPr/>
            </a:pPr>
            <a:r>
              <a:t>than anything</a:t>
            </a:r>
          </a:p>
          <a:p>
            <a:pPr algn="l">
              <a:spcBef>
                <a:spcPts val="2598"/>
              </a:spcBef>
              <a:defRPr/>
            </a:pPr>
            <a:r>
              <a:t>This world affords today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He's fairer than lilies</a:t>
            </a:r>
          </a:p>
          <a:p>
            <a:pPr algn="l">
              <a:defRPr/>
            </a:pPr>
            <a:r>
              <a:t>of rarest bloom</a:t>
            </a:r>
          </a:p>
          <a:p>
            <a:pPr algn="l">
              <a:spcBef>
                <a:spcPts val="2598"/>
              </a:spcBef>
              <a:defRPr/>
            </a:pPr>
            <a:r>
              <a:t>He's sweeter than honey</a:t>
            </a:r>
          </a:p>
          <a:p>
            <a:pPr algn="l">
              <a:defRPr/>
            </a:pPr>
            <a:r>
              <a:t>from out the comb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He's all that my hungering</a:t>
            </a:r>
          </a:p>
          <a:p>
            <a:pPr algn="l">
              <a:defRPr/>
            </a:pPr>
            <a:r>
              <a:t>spirit needs</a:t>
            </a:r>
          </a:p>
          <a:p>
            <a:pPr algn="l">
              <a:spcBef>
                <a:spcPts val="2598"/>
              </a:spcBef>
              <a:defRPr/>
            </a:pPr>
            <a:r>
              <a:t>I'd rather have Jesus and let</a:t>
            </a:r>
          </a:p>
          <a:p>
            <a:pPr algn="l">
              <a:defRPr/>
            </a:pPr>
            <a:r>
              <a:t>Him lead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Than to be the king of a</a:t>
            </a:r>
          </a:p>
          <a:p>
            <a:pPr algn="l">
              <a:defRPr/>
            </a:pPr>
            <a:r>
              <a:t>vast domain</a:t>
            </a:r>
          </a:p>
          <a:p>
            <a:pPr algn="l">
              <a:spcBef>
                <a:spcPts val="2598"/>
              </a:spcBef>
              <a:defRPr/>
            </a:pPr>
            <a:r>
              <a:t>And be held in sin's</a:t>
            </a:r>
          </a:p>
          <a:p>
            <a:pPr algn="l">
              <a:defRPr/>
            </a:pPr>
            <a:r>
              <a:t>dread sway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I'd rather have Jesus</a:t>
            </a:r>
          </a:p>
          <a:p>
            <a:pPr algn="l">
              <a:defRPr/>
            </a:pPr>
            <a:r>
              <a:t>than anything</a:t>
            </a:r>
          </a:p>
          <a:p>
            <a:pPr algn="l">
              <a:spcBef>
                <a:spcPts val="2598"/>
              </a:spcBef>
              <a:defRPr/>
            </a:pPr>
            <a:r>
              <a:t>This world affords today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Than to be the king of a</a:t>
            </a:r>
          </a:p>
          <a:p>
            <a:pPr algn="l">
              <a:defRPr/>
            </a:pPr>
            <a:r>
              <a:t>vast domain</a:t>
            </a:r>
          </a:p>
          <a:p>
            <a:pPr algn="l">
              <a:spcBef>
                <a:spcPts val="2598"/>
              </a:spcBef>
              <a:defRPr/>
            </a:pPr>
            <a:r>
              <a:t>And be held in sin's</a:t>
            </a:r>
          </a:p>
          <a:p>
            <a:pPr algn="l">
              <a:defRPr/>
            </a:pPr>
            <a:r>
              <a:t>dread sway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I'd rather have Jesus</a:t>
            </a:r>
          </a:p>
          <a:p>
            <a:pPr algn="l">
              <a:defRPr/>
            </a:pPr>
            <a:r>
              <a:t>than anything</a:t>
            </a:r>
          </a:p>
          <a:p>
            <a:pPr algn="l">
              <a:spcBef>
                <a:spcPts val="2598"/>
              </a:spcBef>
              <a:defRPr/>
            </a:pPr>
            <a:r>
              <a:t>This world affords today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I'd rather have Jesus</a:t>
            </a:r>
          </a:p>
          <a:p>
            <a:pPr algn="l">
              <a:defRPr/>
            </a:pPr>
            <a:r>
              <a:t>than anything</a:t>
            </a:r>
          </a:p>
          <a:p>
            <a:pPr algn="l">
              <a:spcBef>
                <a:spcPts val="2598"/>
              </a:spcBef>
              <a:defRPr/>
            </a:pPr>
            <a:r>
              <a:t>This world affords today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In Christ Alone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In Christ alone, my hope</a:t>
            </a:r>
          </a:p>
          <a:p>
            <a:pPr algn="l">
              <a:defRPr/>
            </a:pPr>
            <a:r>
              <a:t>is found,</a:t>
            </a:r>
          </a:p>
          <a:p>
            <a:pPr algn="l">
              <a:spcBef>
                <a:spcPts val="2598"/>
              </a:spcBef>
              <a:defRPr/>
            </a:pPr>
            <a:r>
              <a:t>He is my light, my strength,</a:t>
            </a:r>
          </a:p>
          <a:p>
            <a:pPr algn="l">
              <a:defRPr/>
            </a:pPr>
            <a:r>
              <a:t>my song.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This cornerstone, this</a:t>
            </a:r>
          </a:p>
          <a:p>
            <a:pPr algn="l">
              <a:defRPr/>
            </a:pPr>
            <a:r>
              <a:t>solid ground,</a:t>
            </a:r>
          </a:p>
          <a:p>
            <a:pPr algn="l">
              <a:spcBef>
                <a:spcPts val="2598"/>
              </a:spcBef>
              <a:defRPr/>
            </a:pPr>
            <a:r>
              <a:t>Firm through the fiercest</a:t>
            </a:r>
          </a:p>
          <a:p>
            <a:pPr algn="l">
              <a:defRPr/>
            </a:pPr>
            <a:r>
              <a:t>drought and storm.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What heights of love, what</a:t>
            </a:r>
          </a:p>
          <a:p>
            <a:pPr algn="l">
              <a:defRPr/>
            </a:pPr>
            <a:r>
              <a:t>depths of peace,</a:t>
            </a:r>
          </a:p>
          <a:p>
            <a:pPr algn="l">
              <a:spcBef>
                <a:spcPts val="2598"/>
              </a:spcBef>
              <a:defRPr/>
            </a:pPr>
            <a:r>
              <a:t>When fears are stilled, when</a:t>
            </a:r>
          </a:p>
          <a:p>
            <a:pPr algn="l">
              <a:defRPr/>
            </a:pPr>
            <a:r>
              <a:t>strivings cease.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My Comforter, my All in All,</a:t>
            </a:r>
          </a:p>
          <a:p>
            <a:pPr algn="l">
              <a:spcBef>
                <a:spcPts val="2598"/>
              </a:spcBef>
              <a:defRPr/>
            </a:pPr>
            <a:r>
              <a:t>Here in the love of Christ,</a:t>
            </a:r>
          </a:p>
          <a:p>
            <a:pPr algn="l">
              <a:defRPr/>
            </a:pPr>
            <a:r>
              <a:t>I stand.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In Christ alone, who took</a:t>
            </a:r>
          </a:p>
          <a:p>
            <a:pPr algn="l">
              <a:defRPr/>
            </a:pPr>
            <a:r>
              <a:t>on flesh</a:t>
            </a:r>
          </a:p>
          <a:p>
            <a:pPr algn="l">
              <a:spcBef>
                <a:spcPts val="2598"/>
              </a:spcBef>
              <a:defRPr/>
            </a:pPr>
            <a:r>
              <a:t>Fullness of God in</a:t>
            </a:r>
          </a:p>
          <a:p>
            <a:pPr algn="l">
              <a:defRPr/>
            </a:pPr>
            <a:r>
              <a:t>helpless babe!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This gift of love</a:t>
            </a:r>
          </a:p>
          <a:p>
            <a:pPr algn="l">
              <a:defRPr/>
            </a:pPr>
            <a:r>
              <a:t>and righteousness,</a:t>
            </a:r>
          </a:p>
          <a:p>
            <a:pPr algn="l">
              <a:spcBef>
                <a:spcPts val="2598"/>
              </a:spcBef>
              <a:defRPr/>
            </a:pPr>
            <a:r>
              <a:t>Scorned by the ones he</a:t>
            </a:r>
          </a:p>
          <a:p>
            <a:pPr algn="l">
              <a:defRPr/>
            </a:pPr>
            <a:r>
              <a:t>came to save.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Till on that cross, as</a:t>
            </a:r>
          </a:p>
          <a:p>
            <a:pPr algn="l">
              <a:defRPr/>
            </a:pPr>
            <a:r>
              <a:t>Jesus died,</a:t>
            </a:r>
          </a:p>
          <a:p>
            <a:pPr algn="l">
              <a:spcBef>
                <a:spcPts val="2598"/>
              </a:spcBef>
              <a:defRPr/>
            </a:pPr>
            <a:r>
              <a:t>The wrath of God</a:t>
            </a:r>
          </a:p>
          <a:p>
            <a:pPr algn="l">
              <a:defRPr/>
            </a:pPr>
            <a:r>
              <a:t>was satisfied.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For every sin on Him</a:t>
            </a:r>
          </a:p>
          <a:p>
            <a:pPr algn="l">
              <a:defRPr/>
            </a:pPr>
            <a:r>
              <a:t>was laid;</a:t>
            </a:r>
          </a:p>
          <a:p>
            <a:pPr algn="l">
              <a:spcBef>
                <a:spcPts val="2598"/>
              </a:spcBef>
              <a:defRPr/>
            </a:pPr>
            <a:r>
              <a:t>Here in the death of Christ,</a:t>
            </a:r>
          </a:p>
          <a:p>
            <a:pPr algn="l">
              <a:defRPr/>
            </a:pPr>
            <a:r>
              <a:t>I live.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There in the ground, His</a:t>
            </a:r>
          </a:p>
          <a:p>
            <a:pPr algn="l">
              <a:defRPr/>
            </a:pPr>
            <a:r>
              <a:t>body lay,</a:t>
            </a:r>
          </a:p>
          <a:p>
            <a:pPr algn="l">
              <a:spcBef>
                <a:spcPts val="2598"/>
              </a:spcBef>
              <a:defRPr/>
            </a:pPr>
            <a:r>
              <a:t>Light of the world</a:t>
            </a:r>
          </a:p>
          <a:p>
            <a:pPr algn="l">
              <a:defRPr/>
            </a:pPr>
            <a:r>
              <a:t>by darkness slain.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Then, bursting forth</a:t>
            </a:r>
          </a:p>
          <a:p>
            <a:pPr algn="l">
              <a:defRPr/>
            </a:pPr>
            <a:r>
              <a:t>in glorious day,</a:t>
            </a:r>
          </a:p>
          <a:p>
            <a:pPr algn="l">
              <a:spcBef>
                <a:spcPts val="2598"/>
              </a:spcBef>
              <a:defRPr/>
            </a:pPr>
            <a:r>
              <a:t>Up from the grave He</a:t>
            </a:r>
          </a:p>
          <a:p>
            <a:pPr algn="l">
              <a:defRPr/>
            </a:pPr>
            <a:r>
              <a:t>rose again!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And as He stands in victory,</a:t>
            </a:r>
          </a:p>
          <a:p>
            <a:pPr algn="l">
              <a:spcBef>
                <a:spcPts val="2598"/>
              </a:spcBef>
              <a:defRPr/>
            </a:pPr>
            <a:r>
              <a:t>Sin's curse has lost its grip</a:t>
            </a:r>
          </a:p>
          <a:p>
            <a:pPr algn="l">
              <a:defRPr/>
            </a:pPr>
            <a:r>
              <a:t>on me.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For I am His, and He</a:t>
            </a:r>
          </a:p>
          <a:p>
            <a:pPr algn="l">
              <a:defRPr/>
            </a:pPr>
            <a:r>
              <a:t>is mine,</a:t>
            </a:r>
          </a:p>
          <a:p>
            <a:pPr algn="l">
              <a:spcBef>
                <a:spcPts val="2598"/>
              </a:spcBef>
              <a:defRPr/>
            </a:pPr>
            <a:r>
              <a:t>Bought with the precious</a:t>
            </a:r>
          </a:p>
          <a:p>
            <a:pPr algn="l">
              <a:defRPr/>
            </a:pPr>
            <a:r>
              <a:t>blood of Christ.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No guilt in life, no fear</a:t>
            </a:r>
          </a:p>
          <a:p>
            <a:pPr algn="l">
              <a:defRPr/>
            </a:pPr>
            <a:r>
              <a:t>in death;</a:t>
            </a:r>
          </a:p>
          <a:p>
            <a:pPr algn="l">
              <a:spcBef>
                <a:spcPts val="2598"/>
              </a:spcBef>
              <a:defRPr/>
            </a:pPr>
            <a:r>
              <a:t>This is the pow'r of Christ</a:t>
            </a:r>
          </a:p>
          <a:p>
            <a:pPr algn="l">
              <a:defRPr/>
            </a:pPr>
            <a:r>
              <a:t>in me.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From life's first cry, to</a:t>
            </a:r>
          </a:p>
          <a:p>
            <a:pPr algn="l">
              <a:defRPr/>
            </a:pPr>
            <a:r>
              <a:t>final breath,</a:t>
            </a:r>
          </a:p>
          <a:p>
            <a:pPr algn="l">
              <a:spcBef>
                <a:spcPts val="2598"/>
              </a:spcBef>
              <a:defRPr/>
            </a:pPr>
            <a:r>
              <a:t>Jesus commands</a:t>
            </a:r>
          </a:p>
          <a:p>
            <a:pPr algn="l">
              <a:defRPr/>
            </a:pPr>
            <a:r>
              <a:t>my destiny.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No pow'r of hell, no scheme</a:t>
            </a:r>
          </a:p>
          <a:p>
            <a:pPr algn="l">
              <a:defRPr/>
            </a:pPr>
            <a:r>
              <a:t>of man,</a:t>
            </a:r>
          </a:p>
          <a:p>
            <a:pPr algn="l">
              <a:spcBef>
                <a:spcPts val="2598"/>
              </a:spcBef>
              <a:defRPr/>
            </a:pPr>
            <a:r>
              <a:t>Can ever pluck me from</a:t>
            </a:r>
          </a:p>
          <a:p>
            <a:pPr algn="l">
              <a:defRPr/>
            </a:pPr>
            <a:r>
              <a:t>His hand.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Till He returns or calls</a:t>
            </a:r>
          </a:p>
          <a:p>
            <a:pPr algn="l">
              <a:defRPr/>
            </a:pPr>
            <a:r>
              <a:t>me home,</a:t>
            </a:r>
          </a:p>
          <a:p>
            <a:pPr algn="l">
              <a:spcBef>
                <a:spcPts val="2598"/>
              </a:spcBef>
              <a:defRPr/>
            </a:pPr>
            <a:r>
              <a:t>Here in the pow'r of Christ,</a:t>
            </a:r>
          </a:p>
          <a:p>
            <a:pPr algn="l">
              <a:defRPr/>
            </a:pPr>
            <a:r>
              <a:t>I'll stand.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Till He returns or calls</a:t>
            </a:r>
          </a:p>
          <a:p>
            <a:pPr algn="l">
              <a:defRPr/>
            </a:pPr>
            <a:r>
              <a:t>me home,</a:t>
            </a:r>
          </a:p>
          <a:p>
            <a:pPr algn="l">
              <a:spcBef>
                <a:spcPts val="2598"/>
              </a:spcBef>
              <a:defRPr/>
            </a:pPr>
            <a:r>
              <a:t>Here in the pow'r of Christ,</a:t>
            </a:r>
          </a:p>
          <a:p>
            <a:pPr algn="l">
              <a:defRPr/>
            </a:pPr>
            <a:r>
              <a:t>I'll stand.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Man Of Sorrows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Man of sorrows Lamb</a:t>
            </a:r>
          </a:p>
          <a:p>
            <a:pPr algn="l">
              <a:defRPr/>
            </a:pPr>
            <a:r>
              <a:t>of God</a:t>
            </a:r>
          </a:p>
          <a:p>
            <a:pPr algn="l">
              <a:spcBef>
                <a:spcPts val="2598"/>
              </a:spcBef>
              <a:defRPr/>
            </a:pPr>
            <a:r>
              <a:t>By His own betrayed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 sin of man and wrath</a:t>
            </a:r>
          </a:p>
          <a:p>
            <a:pPr algn="l">
              <a:defRPr/>
            </a:pPr>
            <a:r>
              <a:t>of God</a:t>
            </a:r>
          </a:p>
          <a:p>
            <a:pPr algn="l">
              <a:spcBef>
                <a:spcPts val="2598"/>
              </a:spcBef>
              <a:defRPr/>
            </a:pPr>
            <a:r>
              <a:t>Has been on Jesus laid</a:t>
            </a:r>
          </a:p>
          <a:p>
            <a:pPr algn="l">
              <a:spcBef>
                <a:spcPts val="2598"/>
              </a:spcBef>
              <a:defRPr/>
            </a:pPr>
            <a:r>
              <a:t>Silent as He stood accused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Beaten mocked</a:t>
            </a:r>
          </a:p>
          <a:p>
            <a:pPr algn="l">
              <a:defRPr/>
            </a:pPr>
            <a:r>
              <a:t>and scorned</a:t>
            </a:r>
          </a:p>
          <a:p>
            <a:pPr algn="l">
              <a:spcBef>
                <a:spcPts val="2598"/>
              </a:spcBef>
              <a:defRPr/>
            </a:pPr>
            <a:r>
              <a:t>Bowing to the Father's will</a:t>
            </a:r>
          </a:p>
          <a:p>
            <a:pPr algn="l">
              <a:spcBef>
                <a:spcPts val="2598"/>
              </a:spcBef>
              <a:defRPr/>
            </a:pPr>
            <a:r>
              <a:t>He took a crown of thorns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 that rugged cross</a:t>
            </a:r>
          </a:p>
          <a:p>
            <a:pPr algn="l">
              <a:spcBef>
                <a:spcPts val="2598"/>
              </a:spcBef>
              <a:defRPr/>
            </a:pPr>
            <a:r>
              <a:t>My salvation</a:t>
            </a:r>
          </a:p>
          <a:p>
            <a:pPr algn="l">
              <a:spcBef>
                <a:spcPts val="2598"/>
              </a:spcBef>
              <a:defRPr/>
            </a:pPr>
            <a:r>
              <a:t>Where Your love poured out</a:t>
            </a:r>
          </a:p>
          <a:p>
            <a:pPr algn="l">
              <a:defRPr/>
            </a:pPr>
            <a:r>
              <a:t>over me</a:t>
            </a:r>
          </a:p>
          <a:p>
            <a:pPr algn="l">
              <a:spcBef>
                <a:spcPts val="2598"/>
              </a:spcBef>
              <a:defRPr/>
            </a:pPr>
            <a:r>
              <a:t>Now my soul cries out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Hallelujah</a:t>
            </a:r>
          </a:p>
          <a:p>
            <a:pPr algn="l">
              <a:spcBef>
                <a:spcPts val="2598"/>
              </a:spcBef>
              <a:defRPr/>
            </a:pPr>
            <a:r>
              <a:t>Praise and honour</a:t>
            </a:r>
          </a:p>
          <a:p>
            <a:pPr algn="l">
              <a:defRPr/>
            </a:pPr>
            <a:r>
              <a:t>unto Thee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Sent of heaven God's</a:t>
            </a:r>
          </a:p>
          <a:p>
            <a:pPr algn="l">
              <a:defRPr/>
            </a:pPr>
            <a:r>
              <a:t>own Son</a:t>
            </a:r>
          </a:p>
          <a:p>
            <a:pPr algn="l">
              <a:spcBef>
                <a:spcPts val="2598"/>
              </a:spcBef>
              <a:defRPr/>
            </a:pPr>
            <a:r>
              <a:t>To purchase and redeem</a:t>
            </a:r>
          </a:p>
          <a:p>
            <a:pPr algn="l">
              <a:spcBef>
                <a:spcPts val="2598"/>
              </a:spcBef>
              <a:defRPr/>
            </a:pPr>
            <a:r>
              <a:t>And reconcile the very ones</a:t>
            </a:r>
          </a:p>
          <a:p>
            <a:pPr algn="l">
              <a:spcBef>
                <a:spcPts val="2598"/>
              </a:spcBef>
              <a:defRPr/>
            </a:pPr>
            <a:r>
              <a:t>Who nailed Him to that tree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 that rugged cross</a:t>
            </a:r>
          </a:p>
          <a:p>
            <a:pPr algn="l">
              <a:spcBef>
                <a:spcPts val="2598"/>
              </a:spcBef>
              <a:defRPr/>
            </a:pPr>
            <a:r>
              <a:t>My salvation</a:t>
            </a:r>
          </a:p>
          <a:p>
            <a:pPr algn="l">
              <a:spcBef>
                <a:spcPts val="2598"/>
              </a:spcBef>
              <a:defRPr/>
            </a:pPr>
            <a:r>
              <a:t>Where Your love poured out</a:t>
            </a:r>
          </a:p>
          <a:p>
            <a:pPr algn="l">
              <a:defRPr/>
            </a:pPr>
            <a:r>
              <a:t>over me</a:t>
            </a:r>
          </a:p>
          <a:p>
            <a:pPr algn="l">
              <a:spcBef>
                <a:spcPts val="2598"/>
              </a:spcBef>
              <a:defRPr/>
            </a:pPr>
            <a:r>
              <a:t>Now my soul cries out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Hallelujah</a:t>
            </a:r>
          </a:p>
          <a:p>
            <a:pPr algn="l">
              <a:spcBef>
                <a:spcPts val="2598"/>
              </a:spcBef>
              <a:defRPr/>
            </a:pPr>
            <a:r>
              <a:t>Praise and honour</a:t>
            </a:r>
          </a:p>
          <a:p>
            <a:pPr algn="l">
              <a:defRPr/>
            </a:pPr>
            <a:r>
              <a:t>unto Thee</a:t>
            </a:r>
          </a:p>
          <a:p>
            <a:pPr algn="l">
              <a:spcBef>
                <a:spcPts val="2598"/>
              </a:spcBef>
              <a:defRPr/>
            </a:pPr>
            <a:r>
              <a:t>Now my debt is paid</a:t>
            </a:r>
          </a:p>
          <a:p>
            <a:pPr algn="l">
              <a:spcBef>
                <a:spcPts val="2598"/>
              </a:spcBef>
              <a:defRPr/>
            </a:pPr>
            <a:r>
              <a:t>It is paid in full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By the precious blood</a:t>
            </a:r>
          </a:p>
          <a:p>
            <a:pPr algn="l">
              <a:spcBef>
                <a:spcPts val="2598"/>
              </a:spcBef>
              <a:defRPr/>
            </a:pPr>
            <a:r>
              <a:t>That my Jesus spilled</a:t>
            </a:r>
          </a:p>
          <a:p>
            <a:pPr algn="l">
              <a:spcBef>
                <a:spcPts val="2598"/>
              </a:spcBef>
              <a:defRPr/>
            </a:pPr>
            <a:r>
              <a:t>Now the curse of sin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Has no hold on me</a:t>
            </a:r>
          </a:p>
          <a:p>
            <a:pPr algn="l">
              <a:spcBef>
                <a:spcPts val="2598"/>
              </a:spcBef>
              <a:defRPr/>
            </a:pPr>
            <a:r>
              <a:t>Whom the Son sets free</a:t>
            </a:r>
          </a:p>
          <a:p>
            <a:pPr algn="l">
              <a:spcBef>
                <a:spcPts val="2598"/>
              </a:spcBef>
              <a:defRPr/>
            </a:pPr>
            <a:r>
              <a:t>Oh is free indeed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 that rugged cross</a:t>
            </a:r>
          </a:p>
          <a:p>
            <a:pPr algn="l">
              <a:spcBef>
                <a:spcPts val="2598"/>
              </a:spcBef>
              <a:defRPr/>
            </a:pPr>
            <a:r>
              <a:t>My salvation</a:t>
            </a:r>
          </a:p>
          <a:p>
            <a:pPr algn="l">
              <a:spcBef>
                <a:spcPts val="2598"/>
              </a:spcBef>
              <a:defRPr/>
            </a:pPr>
            <a:r>
              <a:t>Where Your love poured out</a:t>
            </a:r>
          </a:p>
          <a:p>
            <a:pPr algn="l">
              <a:defRPr/>
            </a:pPr>
            <a:r>
              <a:t>over me</a:t>
            </a:r>
          </a:p>
          <a:p>
            <a:pPr algn="l">
              <a:spcBef>
                <a:spcPts val="2598"/>
              </a:spcBef>
              <a:defRPr/>
            </a:pPr>
            <a:r>
              <a:t>Now my soul cries out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Hallelujah</a:t>
            </a:r>
          </a:p>
          <a:p>
            <a:pPr algn="l">
              <a:spcBef>
                <a:spcPts val="2598"/>
              </a:spcBef>
              <a:defRPr/>
            </a:pPr>
            <a:r>
              <a:t>Praise and honour</a:t>
            </a:r>
          </a:p>
          <a:p>
            <a:pPr algn="l">
              <a:defRPr/>
            </a:pPr>
            <a:r>
              <a:t>unto Thee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See the stone is rolled away</a:t>
            </a:r>
          </a:p>
          <a:p>
            <a:pPr algn="l">
              <a:spcBef>
                <a:spcPts val="2598"/>
              </a:spcBef>
              <a:defRPr/>
            </a:pPr>
            <a:r>
              <a:t>Behold the empty tomb</a:t>
            </a:r>
          </a:p>
          <a:p>
            <a:pPr algn="l">
              <a:spcBef>
                <a:spcPts val="2598"/>
              </a:spcBef>
              <a:defRPr/>
            </a:pPr>
            <a:r>
              <a:t>Hallelujah God be praised</a:t>
            </a:r>
          </a:p>
          <a:p>
            <a:pPr algn="l">
              <a:spcBef>
                <a:spcPts val="2598"/>
              </a:spcBef>
              <a:defRPr/>
            </a:pPr>
            <a:r>
              <a:t>He's risen from the grave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 that rugged cross</a:t>
            </a:r>
          </a:p>
          <a:p>
            <a:pPr algn="l">
              <a:spcBef>
                <a:spcPts val="2598"/>
              </a:spcBef>
              <a:defRPr/>
            </a:pPr>
            <a:r>
              <a:t>My salvation</a:t>
            </a:r>
          </a:p>
          <a:p>
            <a:pPr algn="l">
              <a:spcBef>
                <a:spcPts val="2598"/>
              </a:spcBef>
              <a:defRPr/>
            </a:pPr>
            <a:r>
              <a:t>Where Your love poured out</a:t>
            </a:r>
          </a:p>
          <a:p>
            <a:pPr algn="l">
              <a:defRPr/>
            </a:pPr>
            <a:r>
              <a:t>over me</a:t>
            </a:r>
          </a:p>
          <a:p>
            <a:pPr algn="l">
              <a:spcBef>
                <a:spcPts val="2598"/>
              </a:spcBef>
              <a:defRPr/>
            </a:pPr>
            <a:r>
              <a:t>Now my soul cries out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Hallelujah</a:t>
            </a:r>
          </a:p>
          <a:p>
            <a:pPr algn="l">
              <a:spcBef>
                <a:spcPts val="2598"/>
              </a:spcBef>
              <a:defRPr/>
            </a:pPr>
            <a:r>
              <a:t>Praise and honour</a:t>
            </a:r>
          </a:p>
          <a:p>
            <a:pPr algn="l">
              <a:defRPr/>
            </a:pPr>
            <a:r>
              <a:t>unto Thee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 that rugged cross</a:t>
            </a:r>
          </a:p>
          <a:p>
            <a:pPr algn="l">
              <a:spcBef>
                <a:spcPts val="2598"/>
              </a:spcBef>
              <a:defRPr/>
            </a:pPr>
            <a:r>
              <a:t>My salvation</a:t>
            </a:r>
          </a:p>
          <a:p>
            <a:pPr algn="l">
              <a:spcBef>
                <a:spcPts val="2598"/>
              </a:spcBef>
              <a:defRPr/>
            </a:pPr>
            <a:r>
              <a:t>Where Your love poured out</a:t>
            </a:r>
          </a:p>
          <a:p>
            <a:pPr algn="l">
              <a:defRPr/>
            </a:pPr>
            <a:r>
              <a:t>over me</a:t>
            </a:r>
          </a:p>
          <a:p>
            <a:pPr algn="l">
              <a:spcBef>
                <a:spcPts val="2598"/>
              </a:spcBef>
              <a:defRPr/>
            </a:pPr>
            <a:r>
              <a:t>Now my soul cries out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Hallelujah</a:t>
            </a:r>
          </a:p>
          <a:p>
            <a:pPr algn="l">
              <a:spcBef>
                <a:spcPts val="2598"/>
              </a:spcBef>
              <a:defRPr/>
            </a:pPr>
            <a:r>
              <a:t>Praise and honour</a:t>
            </a:r>
          </a:p>
          <a:p>
            <a:pPr algn="l">
              <a:defRPr/>
            </a:pPr>
            <a:r>
              <a:t>unto Thee</a:t>
            </a:r>
          </a:p>
          <a:p>
            <a:pPr algn="l">
              <a:spcBef>
                <a:spcPts val="2598"/>
              </a:spcBef>
              <a:defRPr/>
            </a:pPr>
            <a:r>
              <a:t>Praise and honour</a:t>
            </a:r>
          </a:p>
          <a:p>
            <a:pPr algn="l">
              <a:defRPr/>
            </a:pPr>
            <a:r>
              <a:t>unto Thee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The Lily Of The Valley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 have found a friend</a:t>
            </a:r>
          </a:p>
          <a:p>
            <a:pPr algn="l">
              <a:defRPr/>
            </a:pPr>
            <a:r>
              <a:t>in Jesus</a:t>
            </a:r>
          </a:p>
          <a:p>
            <a:pPr algn="l">
              <a:spcBef>
                <a:spcPts val="2598"/>
              </a:spcBef>
              <a:defRPr/>
            </a:pPr>
            <a:r>
              <a:t>He's everything to me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He's the fairest of 10,000</a:t>
            </a:r>
          </a:p>
          <a:p>
            <a:pPr algn="l">
              <a:defRPr/>
            </a:pPr>
            <a:r>
              <a:t>to my soul</a:t>
            </a:r>
          </a:p>
          <a:p>
            <a:pPr algn="l">
              <a:spcBef>
                <a:spcPts val="2598"/>
              </a:spcBef>
              <a:defRPr/>
            </a:pPr>
            <a:r>
              <a:t>The lily of the valley, in Him</a:t>
            </a:r>
          </a:p>
          <a:p>
            <a:pPr algn="l">
              <a:defRPr/>
            </a:pPr>
            <a:r>
              <a:t>alone I see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All I need to cleanse</a:t>
            </a:r>
          </a:p>
          <a:p>
            <a:pPr algn="l">
              <a:defRPr/>
            </a:pPr>
            <a:r>
              <a:t>and make me fully whole</a:t>
            </a:r>
          </a:p>
          <a:p>
            <a:pPr algn="l">
              <a:spcBef>
                <a:spcPts val="2598"/>
              </a:spcBef>
              <a:defRPr/>
            </a:pPr>
            <a:r>
              <a:t>In sorrow He's my comfort,</a:t>
            </a:r>
          </a:p>
          <a:p>
            <a:pPr algn="l">
              <a:defRPr/>
            </a:pPr>
            <a:r>
              <a:t>in trouble He's my stay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 tells me every care</a:t>
            </a:r>
          </a:p>
          <a:p>
            <a:pPr algn="l">
              <a:defRPr/>
            </a:pPr>
            <a:r>
              <a:t>on Him to roll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He's the lily of the valley</a:t>
            </a:r>
          </a:p>
          <a:p>
            <a:pPr algn="l">
              <a:spcBef>
                <a:spcPts val="2598"/>
              </a:spcBef>
              <a:defRPr/>
            </a:pPr>
            <a:r>
              <a:t>the Bright and Morning Star</a:t>
            </a:r>
          </a:p>
          <a:p>
            <a:pPr algn="l">
              <a:spcBef>
                <a:spcPts val="2598"/>
              </a:spcBef>
              <a:defRPr/>
            </a:pPr>
            <a:r>
              <a:t>He's the fairest of 10,000</a:t>
            </a:r>
          </a:p>
          <a:p>
            <a:pPr algn="l">
              <a:defRPr/>
            </a:pPr>
            <a:r>
              <a:t>to my soul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 in all my grief has taken</a:t>
            </a:r>
          </a:p>
          <a:p>
            <a:pPr algn="l">
              <a:spcBef>
                <a:spcPts val="2598"/>
              </a:spcBef>
              <a:defRPr/>
            </a:pPr>
            <a:r>
              <a:t>And all my sorrows borne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In temptations He's my</a:t>
            </a:r>
          </a:p>
          <a:p>
            <a:pPr algn="l">
              <a:defRPr/>
            </a:pPr>
            <a:r>
              <a:t>strong and mighty tower</a:t>
            </a:r>
          </a:p>
          <a:p>
            <a:pPr algn="l">
              <a:spcBef>
                <a:spcPts val="2598"/>
              </a:spcBef>
              <a:defRPr/>
            </a:pPr>
            <a:r>
              <a:t>I have all for Him forsaken,</a:t>
            </a:r>
          </a:p>
          <a:p>
            <a:pPr algn="l">
              <a:defRPr/>
            </a:pPr>
            <a:r>
              <a:t>and all my idols torn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From my heart, and now He</a:t>
            </a:r>
          </a:p>
          <a:p>
            <a:pPr algn="l">
              <a:defRPr/>
            </a:pPr>
            <a:r>
              <a:t>keeps me by His power</a:t>
            </a:r>
          </a:p>
          <a:p>
            <a:pPr algn="l">
              <a:spcBef>
                <a:spcPts val="2598"/>
              </a:spcBef>
              <a:defRPr/>
            </a:pPr>
            <a:r>
              <a:t>Though all the world forsake</a:t>
            </a:r>
          </a:p>
          <a:p>
            <a:pPr algn="l">
              <a:defRPr/>
            </a:pPr>
            <a:r>
              <a:t>me, And Satan tempt</a:t>
            </a:r>
          </a:p>
          <a:p>
            <a:pPr algn="l">
              <a:defRPr/>
            </a:pPr>
            <a:r>
              <a:t>me sore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Though Jesus I shall safely</a:t>
            </a:r>
          </a:p>
          <a:p>
            <a:pPr algn="l">
              <a:defRPr/>
            </a:pPr>
            <a:r>
              <a:t>reach the goal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He's the lily of the valley</a:t>
            </a:r>
          </a:p>
          <a:p>
            <a:pPr algn="l">
              <a:spcBef>
                <a:spcPts val="2598"/>
              </a:spcBef>
              <a:defRPr/>
            </a:pPr>
            <a:r>
              <a:t>the Bright and Morning Star</a:t>
            </a:r>
          </a:p>
          <a:p>
            <a:pPr algn="l">
              <a:spcBef>
                <a:spcPts val="2598"/>
              </a:spcBef>
              <a:defRPr/>
            </a:pPr>
            <a:r>
              <a:t>He's the fairest of 10,000</a:t>
            </a:r>
          </a:p>
          <a:p>
            <a:pPr algn="l">
              <a:defRPr/>
            </a:pPr>
            <a:r>
              <a:t>to my soul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 will never, never</a:t>
            </a:r>
          </a:p>
          <a:p>
            <a:pPr algn="l">
              <a:defRPr/>
            </a:pPr>
            <a:r>
              <a:t>leave me,</a:t>
            </a:r>
          </a:p>
          <a:p>
            <a:pPr algn="l">
              <a:spcBef>
                <a:spcPts val="2598"/>
              </a:spcBef>
              <a:defRPr/>
            </a:pPr>
            <a:r>
              <a:t>Nor yet forsake me here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While I live by faith and do</a:t>
            </a:r>
          </a:p>
          <a:p>
            <a:pPr algn="l">
              <a:defRPr/>
            </a:pPr>
            <a:r>
              <a:t>His blessed will</a:t>
            </a:r>
          </a:p>
          <a:p>
            <a:pPr algn="l">
              <a:spcBef>
                <a:spcPts val="2598"/>
              </a:spcBef>
              <a:defRPr/>
            </a:pPr>
            <a:r>
              <a:t>A wall of fire about me, I've</a:t>
            </a:r>
          </a:p>
          <a:p>
            <a:pPr algn="l">
              <a:defRPr/>
            </a:pPr>
            <a:r>
              <a:t>nothing now to fear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With His manna He my</a:t>
            </a:r>
          </a:p>
          <a:p>
            <a:pPr algn="l">
              <a:defRPr/>
            </a:pPr>
            <a:r>
              <a:t>hungry soul shall fill</a:t>
            </a:r>
          </a:p>
          <a:p>
            <a:pPr algn="l">
              <a:spcBef>
                <a:spcPts val="2598"/>
              </a:spcBef>
              <a:defRPr/>
            </a:pPr>
            <a:r>
              <a:t>Then sweeping up to glory</a:t>
            </a:r>
          </a:p>
          <a:p>
            <a:pPr algn="l">
              <a:defRPr/>
            </a:pPr>
            <a:r>
              <a:t>to see His blessed face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Where rivers of delight shall</a:t>
            </a:r>
          </a:p>
          <a:p>
            <a:pPr algn="l">
              <a:defRPr/>
            </a:pPr>
            <a:r>
              <a:t>ever roll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He's the lily of the valley</a:t>
            </a:r>
          </a:p>
          <a:p>
            <a:pPr algn="l">
              <a:spcBef>
                <a:spcPts val="2598"/>
              </a:spcBef>
              <a:defRPr/>
            </a:pPr>
            <a:r>
              <a:t>the Bright and Morning Star</a:t>
            </a:r>
          </a:p>
          <a:p>
            <a:pPr algn="l">
              <a:spcBef>
                <a:spcPts val="2598"/>
              </a:spcBef>
              <a:defRPr/>
            </a:pPr>
            <a:r>
              <a:t>He's the fairest of 10,000</a:t>
            </a:r>
          </a:p>
          <a:p>
            <a:pPr algn="l">
              <a:defRPr/>
            </a:pPr>
            <a:r>
              <a:t>to my soul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He's the lily of the valley</a:t>
            </a:r>
          </a:p>
          <a:p>
            <a:pPr algn="l">
              <a:spcBef>
                <a:spcPts val="2598"/>
              </a:spcBef>
              <a:defRPr/>
            </a:pPr>
            <a:r>
              <a:t>the Bright and Morning Star</a:t>
            </a:r>
          </a:p>
          <a:p>
            <a:pPr algn="l">
              <a:spcBef>
                <a:spcPts val="2598"/>
              </a:spcBef>
              <a:defRPr/>
            </a:pPr>
            <a:r>
              <a:t>He's the fairest of 10,000</a:t>
            </a:r>
          </a:p>
          <a:p>
            <a:pPr algn="l">
              <a:defRPr/>
            </a:pPr>
            <a:r>
              <a:t>to my soul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The Love Of God Is Greater Far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 love of God is</a:t>
            </a:r>
          </a:p>
          <a:p>
            <a:pPr algn="l">
              <a:defRPr/>
            </a:pPr>
            <a:r>
              <a:t>greater far</a:t>
            </a:r>
          </a:p>
          <a:p>
            <a:pPr algn="l">
              <a:spcBef>
                <a:spcPts val="2598"/>
              </a:spcBef>
              <a:defRPr/>
            </a:pPr>
            <a:r>
              <a:t>Than tongue or pen can</a:t>
            </a:r>
          </a:p>
          <a:p>
            <a:pPr algn="l">
              <a:defRPr/>
            </a:pPr>
            <a:r>
              <a:t>ever tell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It goes beyond the</a:t>
            </a:r>
          </a:p>
          <a:p>
            <a:pPr algn="l">
              <a:defRPr/>
            </a:pPr>
            <a:r>
              <a:t>highest star</a:t>
            </a:r>
          </a:p>
          <a:p>
            <a:pPr algn="l">
              <a:spcBef>
                <a:spcPts val="2598"/>
              </a:spcBef>
              <a:defRPr/>
            </a:pPr>
            <a:r>
              <a:t>And reaches to the</a:t>
            </a:r>
          </a:p>
          <a:p>
            <a:pPr algn="l">
              <a:defRPr/>
            </a:pPr>
            <a:r>
              <a:t>lowest hell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 guilty pair, bowed down</a:t>
            </a:r>
          </a:p>
          <a:p>
            <a:pPr algn="l">
              <a:defRPr/>
            </a:pPr>
            <a:r>
              <a:t>with care</a:t>
            </a:r>
          </a:p>
          <a:p>
            <a:pPr algn="l">
              <a:spcBef>
                <a:spcPts val="2598"/>
              </a:spcBef>
              <a:defRPr/>
            </a:pPr>
            <a:r>
              <a:t>God gave His Son to win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His erring child</a:t>
            </a:r>
          </a:p>
          <a:p>
            <a:pPr algn="l">
              <a:defRPr/>
            </a:pPr>
            <a:r>
              <a:t>He reconciled</a:t>
            </a:r>
          </a:p>
          <a:p>
            <a:pPr algn="l">
              <a:spcBef>
                <a:spcPts val="2598"/>
              </a:spcBef>
              <a:defRPr/>
            </a:pPr>
            <a:r>
              <a:t>And pardoned from his sin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Oh, love of God, how rich</a:t>
            </a:r>
          </a:p>
          <a:p>
            <a:pPr algn="l">
              <a:defRPr/>
            </a:pPr>
            <a:r>
              <a:t>and pure</a:t>
            </a:r>
          </a:p>
          <a:p>
            <a:pPr algn="l">
              <a:spcBef>
                <a:spcPts val="2598"/>
              </a:spcBef>
              <a:defRPr/>
            </a:pPr>
            <a:r>
              <a:t>How measureless</a:t>
            </a:r>
          </a:p>
          <a:p>
            <a:pPr algn="l">
              <a:defRPr/>
            </a:pPr>
            <a:r>
              <a:t>and strong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It shall forevermore endure</a:t>
            </a:r>
          </a:p>
          <a:p>
            <a:pPr algn="l">
              <a:spcBef>
                <a:spcPts val="2598"/>
              </a:spcBef>
              <a:defRPr/>
            </a:pPr>
            <a:r>
              <a:t>The saints' and angels' song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When hoary time shall</a:t>
            </a:r>
          </a:p>
          <a:p>
            <a:pPr algn="l">
              <a:defRPr/>
            </a:pPr>
            <a:r>
              <a:t>pass away</a:t>
            </a:r>
          </a:p>
          <a:p>
            <a:pPr algn="l">
              <a:spcBef>
                <a:spcPts val="2598"/>
              </a:spcBef>
              <a:defRPr/>
            </a:pPr>
            <a:r>
              <a:t>And earthly thrones</a:t>
            </a:r>
          </a:p>
          <a:p>
            <a:pPr algn="l">
              <a:defRPr/>
            </a:pPr>
            <a:r>
              <a:t>and kingdoms fall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When men who here refuse</a:t>
            </a:r>
          </a:p>
          <a:p>
            <a:pPr algn="l">
              <a:defRPr/>
            </a:pPr>
            <a:r>
              <a:t>to pray</a:t>
            </a:r>
          </a:p>
          <a:p>
            <a:pPr algn="l">
              <a:spcBef>
                <a:spcPts val="2598"/>
              </a:spcBef>
              <a:defRPr/>
            </a:pPr>
            <a:r>
              <a:t>On rocks and hills</a:t>
            </a:r>
          </a:p>
          <a:p>
            <a:pPr algn="l">
              <a:defRPr/>
            </a:pPr>
            <a:r>
              <a:t>and mountains call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God's love so sure, shall</a:t>
            </a:r>
          </a:p>
          <a:p>
            <a:pPr algn="l">
              <a:defRPr/>
            </a:pPr>
            <a:r>
              <a:t>still endure</a:t>
            </a:r>
          </a:p>
          <a:p>
            <a:pPr algn="l">
              <a:spcBef>
                <a:spcPts val="2598"/>
              </a:spcBef>
              <a:defRPr/>
            </a:pPr>
            <a:r>
              <a:t>All measureless and strong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Redeeming grace to</a:t>
            </a:r>
          </a:p>
          <a:p>
            <a:pPr algn="l">
              <a:defRPr/>
            </a:pPr>
            <a:r>
              <a:t>Adam's race</a:t>
            </a:r>
          </a:p>
          <a:p>
            <a:pPr algn="l">
              <a:spcBef>
                <a:spcPts val="2598"/>
              </a:spcBef>
              <a:defRPr/>
            </a:pPr>
            <a:r>
              <a:t>The saints' and angels' song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Oh, love of God, how rich</a:t>
            </a:r>
          </a:p>
          <a:p>
            <a:pPr algn="l">
              <a:defRPr/>
            </a:pPr>
            <a:r>
              <a:t>and pure</a:t>
            </a:r>
          </a:p>
          <a:p>
            <a:pPr algn="l">
              <a:spcBef>
                <a:spcPts val="2598"/>
              </a:spcBef>
              <a:defRPr/>
            </a:pPr>
            <a:r>
              <a:t>How measureless</a:t>
            </a:r>
          </a:p>
          <a:p>
            <a:pPr algn="l">
              <a:defRPr/>
            </a:pPr>
            <a:r>
              <a:t>and strong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It shall forevermore endure</a:t>
            </a:r>
          </a:p>
          <a:p>
            <a:pPr algn="l">
              <a:spcBef>
                <a:spcPts val="2598"/>
              </a:spcBef>
              <a:defRPr/>
            </a:pPr>
            <a:r>
              <a:t>The saints' and angels' song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Could we with ink the</a:t>
            </a:r>
          </a:p>
          <a:p>
            <a:pPr algn="l">
              <a:defRPr/>
            </a:pPr>
            <a:r>
              <a:t>ocean fill</a:t>
            </a:r>
          </a:p>
          <a:p>
            <a:pPr algn="l">
              <a:spcBef>
                <a:spcPts val="2598"/>
              </a:spcBef>
              <a:defRPr/>
            </a:pPr>
            <a:r>
              <a:t>And were the skies</a:t>
            </a:r>
          </a:p>
          <a:p>
            <a:pPr algn="l">
              <a:defRPr/>
            </a:pPr>
            <a:r>
              <a:t>of parchment made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Where every stalk on earth</a:t>
            </a:r>
          </a:p>
          <a:p>
            <a:pPr algn="l">
              <a:defRPr/>
            </a:pPr>
            <a:r>
              <a:t>a quill</a:t>
            </a:r>
          </a:p>
          <a:p>
            <a:pPr algn="l">
              <a:spcBef>
                <a:spcPts val="2598"/>
              </a:spcBef>
              <a:defRPr/>
            </a:pPr>
            <a:r>
              <a:t>And every man a scribe</a:t>
            </a:r>
          </a:p>
          <a:p>
            <a:pPr algn="l">
              <a:defRPr/>
            </a:pPr>
            <a:r>
              <a:t>by trade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To write the love of</a:t>
            </a:r>
          </a:p>
          <a:p>
            <a:pPr algn="l">
              <a:defRPr/>
            </a:pPr>
            <a:r>
              <a:t>God above</a:t>
            </a:r>
          </a:p>
          <a:p>
            <a:pPr algn="l">
              <a:spcBef>
                <a:spcPts val="2598"/>
              </a:spcBef>
              <a:defRPr/>
            </a:pPr>
            <a:r>
              <a:t>Would drain the ocean dry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Nor could the scroll contain</a:t>
            </a:r>
          </a:p>
          <a:p>
            <a:pPr algn="l">
              <a:defRPr/>
            </a:pPr>
            <a:r>
              <a:t>the whole</a:t>
            </a:r>
          </a:p>
          <a:p>
            <a:pPr algn="l">
              <a:spcBef>
                <a:spcPts val="2598"/>
              </a:spcBef>
              <a:defRPr/>
            </a:pPr>
            <a:r>
              <a:t>Though stretched from sky</a:t>
            </a:r>
          </a:p>
          <a:p>
            <a:pPr algn="l">
              <a:defRPr/>
            </a:pPr>
            <a:r>
              <a:t>to sky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Oh, love of God, how rich</a:t>
            </a:r>
          </a:p>
          <a:p>
            <a:pPr algn="l">
              <a:defRPr/>
            </a:pPr>
            <a:r>
              <a:t>and pure</a:t>
            </a:r>
          </a:p>
          <a:p>
            <a:pPr algn="l">
              <a:spcBef>
                <a:spcPts val="2598"/>
              </a:spcBef>
              <a:defRPr/>
            </a:pPr>
            <a:r>
              <a:t>How measureless</a:t>
            </a:r>
          </a:p>
          <a:p>
            <a:pPr algn="l">
              <a:defRPr/>
            </a:pPr>
            <a:r>
              <a:t>and strong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It shall forevermore endure</a:t>
            </a:r>
          </a:p>
          <a:p>
            <a:pPr algn="l">
              <a:spcBef>
                <a:spcPts val="2598"/>
              </a:spcBef>
              <a:defRPr/>
            </a:pPr>
            <a:r>
              <a:t>The saints' and angels' song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Oh, love of God, how rich</a:t>
            </a:r>
          </a:p>
          <a:p>
            <a:pPr algn="l">
              <a:defRPr/>
            </a:pPr>
            <a:r>
              <a:t>and pure</a:t>
            </a:r>
          </a:p>
          <a:p>
            <a:pPr algn="l">
              <a:spcBef>
                <a:spcPts val="2598"/>
              </a:spcBef>
              <a:defRPr/>
            </a:pPr>
            <a:r>
              <a:t>How measureless</a:t>
            </a:r>
          </a:p>
          <a:p>
            <a:pPr algn="l">
              <a:defRPr/>
            </a:pPr>
            <a:r>
              <a:t>and strong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It shall forevermore endure</a:t>
            </a:r>
          </a:p>
          <a:p>
            <a:pPr algn="l">
              <a:spcBef>
                <a:spcPts val="2598"/>
              </a:spcBef>
              <a:defRPr/>
            </a:pPr>
            <a:r>
              <a:t>The saints' and angels' song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The Old Rugged Cross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On a hill far away stood</a:t>
            </a:r>
          </a:p>
          <a:p>
            <a:pPr algn="l">
              <a:defRPr/>
            </a:pPr>
            <a:r>
              <a:t>an old rugged cross</a:t>
            </a:r>
          </a:p>
          <a:p>
            <a:pPr algn="l">
              <a:spcBef>
                <a:spcPts val="2598"/>
              </a:spcBef>
              <a:defRPr/>
            </a:pPr>
            <a:r>
              <a:t>The emblem of suffering</a:t>
            </a:r>
          </a:p>
          <a:p>
            <a:pPr algn="l">
              <a:defRPr/>
            </a:pPr>
            <a:r>
              <a:t>and shame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And I love that old cross</a:t>
            </a:r>
          </a:p>
          <a:p>
            <a:pPr algn="l">
              <a:defRPr/>
            </a:pPr>
            <a:r>
              <a:t>where the dearest and best</a:t>
            </a:r>
          </a:p>
          <a:p>
            <a:pPr algn="l">
              <a:spcBef>
                <a:spcPts val="2598"/>
              </a:spcBef>
              <a:defRPr/>
            </a:pPr>
            <a:r>
              <a:t>For a world of lost sinners</a:t>
            </a:r>
          </a:p>
          <a:p>
            <a:pPr algn="l">
              <a:defRPr/>
            </a:pPr>
            <a:r>
              <a:t>was slain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So I'll cherish the old</a:t>
            </a:r>
          </a:p>
          <a:p>
            <a:pPr algn="l">
              <a:defRPr/>
            </a:pPr>
            <a:r>
              <a:t>rugged cross</a:t>
            </a:r>
          </a:p>
          <a:p>
            <a:pPr algn="l">
              <a:spcBef>
                <a:spcPts val="2598"/>
              </a:spcBef>
              <a:defRPr/>
            </a:pPr>
            <a:r>
              <a:t>Till my trophies at last I</a:t>
            </a:r>
          </a:p>
          <a:p>
            <a:pPr algn="l">
              <a:defRPr/>
            </a:pPr>
            <a:r>
              <a:t>lay down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 will cling to the old</a:t>
            </a:r>
          </a:p>
          <a:p>
            <a:pPr algn="l">
              <a:defRPr/>
            </a:pPr>
            <a:r>
              <a:t>rugged cross</a:t>
            </a:r>
          </a:p>
          <a:p>
            <a:pPr algn="l">
              <a:spcBef>
                <a:spcPts val="2598"/>
              </a:spcBef>
              <a:defRPr/>
            </a:pPr>
            <a:r>
              <a:t>And exchange it some day</a:t>
            </a:r>
          </a:p>
          <a:p>
            <a:pPr algn="l">
              <a:defRPr/>
            </a:pPr>
            <a:r>
              <a:t>for a crown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 that old rugged cross,</a:t>
            </a:r>
          </a:p>
          <a:p>
            <a:pPr algn="l">
              <a:defRPr/>
            </a:pPr>
            <a:r>
              <a:t>so despised by the World</a:t>
            </a:r>
          </a:p>
          <a:p>
            <a:pPr algn="l">
              <a:spcBef>
                <a:spcPts val="2598"/>
              </a:spcBef>
              <a:defRPr/>
            </a:pPr>
            <a:r>
              <a:t>Has a wondrous attraction</a:t>
            </a:r>
          </a:p>
          <a:p>
            <a:pPr algn="l">
              <a:defRPr/>
            </a:pPr>
            <a:r>
              <a:t>for me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For the dear Lamb of God</a:t>
            </a:r>
          </a:p>
          <a:p>
            <a:pPr algn="l">
              <a:defRPr/>
            </a:pPr>
            <a:r>
              <a:t>left His glory above</a:t>
            </a:r>
          </a:p>
          <a:p>
            <a:pPr algn="l">
              <a:spcBef>
                <a:spcPts val="2598"/>
              </a:spcBef>
              <a:defRPr/>
            </a:pPr>
            <a:r>
              <a:t>To bear it to dark Calvary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So I'll cherish the old</a:t>
            </a:r>
          </a:p>
          <a:p>
            <a:pPr algn="l">
              <a:defRPr/>
            </a:pPr>
            <a:r>
              <a:t>rugged cross</a:t>
            </a:r>
          </a:p>
          <a:p>
            <a:pPr algn="l">
              <a:spcBef>
                <a:spcPts val="2598"/>
              </a:spcBef>
              <a:defRPr/>
            </a:pPr>
            <a:r>
              <a:t>Till my trophies at last I</a:t>
            </a:r>
          </a:p>
          <a:p>
            <a:pPr algn="l">
              <a:defRPr/>
            </a:pPr>
            <a:r>
              <a:t>lay down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 will cling to the old</a:t>
            </a:r>
          </a:p>
          <a:p>
            <a:pPr algn="l">
              <a:defRPr/>
            </a:pPr>
            <a:r>
              <a:t>rugged cross</a:t>
            </a:r>
          </a:p>
          <a:p>
            <a:pPr algn="l">
              <a:spcBef>
                <a:spcPts val="2598"/>
              </a:spcBef>
              <a:defRPr/>
            </a:pPr>
            <a:r>
              <a:t>And exchange it some day</a:t>
            </a:r>
          </a:p>
          <a:p>
            <a:pPr algn="l">
              <a:defRPr/>
            </a:pPr>
            <a:r>
              <a:t>for a crown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In that old rugged cross,</a:t>
            </a:r>
          </a:p>
          <a:p>
            <a:pPr algn="l">
              <a:defRPr/>
            </a:pPr>
            <a:r>
              <a:t>stained with blood so divine</a:t>
            </a:r>
          </a:p>
          <a:p>
            <a:pPr algn="l">
              <a:spcBef>
                <a:spcPts val="2598"/>
              </a:spcBef>
              <a:defRPr/>
            </a:pPr>
            <a:r>
              <a:t>A wonderous beauty I see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For ‘twas on that old cross,</a:t>
            </a:r>
          </a:p>
          <a:p>
            <a:pPr algn="l">
              <a:defRPr/>
            </a:pPr>
            <a:r>
              <a:t>Jesus suffered and died</a:t>
            </a:r>
          </a:p>
          <a:p>
            <a:pPr algn="l">
              <a:spcBef>
                <a:spcPts val="2598"/>
              </a:spcBef>
              <a:defRPr/>
            </a:pPr>
            <a:r>
              <a:t>To pardon and sanctify me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So I'll cherish the old</a:t>
            </a:r>
          </a:p>
          <a:p>
            <a:pPr algn="l">
              <a:defRPr/>
            </a:pPr>
            <a:r>
              <a:t>rugged cross</a:t>
            </a:r>
          </a:p>
          <a:p>
            <a:pPr algn="l">
              <a:spcBef>
                <a:spcPts val="2598"/>
              </a:spcBef>
              <a:defRPr/>
            </a:pPr>
            <a:r>
              <a:t>Till my trophies at last I</a:t>
            </a:r>
          </a:p>
          <a:p>
            <a:pPr algn="l">
              <a:defRPr/>
            </a:pPr>
            <a:r>
              <a:t>lay down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 will cling to the old</a:t>
            </a:r>
          </a:p>
          <a:p>
            <a:pPr algn="l">
              <a:defRPr/>
            </a:pPr>
            <a:r>
              <a:t>rugged cross</a:t>
            </a:r>
          </a:p>
          <a:p>
            <a:pPr algn="l">
              <a:spcBef>
                <a:spcPts val="2598"/>
              </a:spcBef>
              <a:defRPr/>
            </a:pPr>
            <a:r>
              <a:t>And exchange it some day</a:t>
            </a:r>
          </a:p>
          <a:p>
            <a:pPr algn="l">
              <a:defRPr/>
            </a:pPr>
            <a:r>
              <a:t>for a crown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To the old rugged cross I will</a:t>
            </a:r>
          </a:p>
          <a:p>
            <a:pPr algn="l">
              <a:defRPr/>
            </a:pPr>
            <a:r>
              <a:t>ever be true</a:t>
            </a:r>
          </a:p>
          <a:p>
            <a:pPr algn="l">
              <a:spcBef>
                <a:spcPts val="2598"/>
              </a:spcBef>
              <a:defRPr/>
            </a:pPr>
            <a:r>
              <a:t>Its shame and reproach</a:t>
            </a:r>
          </a:p>
          <a:p>
            <a:pPr algn="l">
              <a:defRPr/>
            </a:pPr>
            <a:r>
              <a:t>gladly bear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Then he'll call me some day</a:t>
            </a:r>
          </a:p>
          <a:p>
            <a:pPr algn="l">
              <a:defRPr/>
            </a:pPr>
            <a:r>
              <a:t>to my home far away</a:t>
            </a:r>
          </a:p>
          <a:p>
            <a:pPr algn="l">
              <a:spcBef>
                <a:spcPts val="2598"/>
              </a:spcBef>
              <a:defRPr/>
            </a:pPr>
            <a:r>
              <a:t>Where his glory forever</a:t>
            </a:r>
          </a:p>
          <a:p>
            <a:pPr algn="l">
              <a:defRPr/>
            </a:pPr>
            <a:r>
              <a:t>I'll share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And I'll cherish the old</a:t>
            </a:r>
          </a:p>
          <a:p>
            <a:pPr algn="l">
              <a:defRPr/>
            </a:pPr>
            <a:r>
              <a:t>rugged cross</a:t>
            </a:r>
          </a:p>
          <a:p>
            <a:pPr algn="l">
              <a:spcBef>
                <a:spcPts val="2598"/>
              </a:spcBef>
              <a:defRPr/>
            </a:pPr>
            <a:r>
              <a:t>Till my trophies at last I</a:t>
            </a:r>
          </a:p>
          <a:p>
            <a:pPr algn="l">
              <a:defRPr/>
            </a:pPr>
            <a:r>
              <a:t>lay down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 will cling to the old</a:t>
            </a:r>
          </a:p>
          <a:p>
            <a:pPr algn="l">
              <a:defRPr/>
            </a:pPr>
            <a:r>
              <a:t>rugged cross</a:t>
            </a:r>
          </a:p>
          <a:p>
            <a:pPr algn="l">
              <a:spcBef>
                <a:spcPts val="2598"/>
              </a:spcBef>
              <a:defRPr/>
            </a:pPr>
            <a:r>
              <a:t>And exchange it some day</a:t>
            </a:r>
          </a:p>
          <a:p>
            <a:pPr algn="l">
              <a:defRPr/>
            </a:pPr>
            <a:r>
              <a:t>for a crown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I will cling to the old</a:t>
            </a:r>
          </a:p>
          <a:p>
            <a:pPr algn="l">
              <a:defRPr/>
            </a:pPr>
            <a:r>
              <a:t>rugged cross</a:t>
            </a:r>
          </a:p>
          <a:p>
            <a:pPr algn="l">
              <a:spcBef>
                <a:spcPts val="2598"/>
              </a:spcBef>
              <a:defRPr/>
            </a:pPr>
            <a:r>
              <a:t>And exchange it some day</a:t>
            </a:r>
          </a:p>
          <a:p>
            <a:pPr algn="l">
              <a:defRPr/>
            </a:pPr>
            <a:r>
              <a:t>for a crown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>
                <a:ea typeface="Britannic Bold"/>
                <a:cs typeface="Britannic Bold"/>
                <a:sym typeface="Britannic Bold"/>
              </a:defRPr>
            </a:pPr>
            <a:r>
              <a:t>To God Be The Glory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To God be the glory, great</a:t>
            </a:r>
          </a:p>
          <a:p>
            <a:pPr algn="l">
              <a:defRPr/>
            </a:pPr>
            <a:r>
              <a:t>things He hath done,</a:t>
            </a:r>
          </a:p>
          <a:p>
            <a:pPr algn="l">
              <a:spcBef>
                <a:spcPts val="2598"/>
              </a:spcBef>
              <a:defRPr/>
            </a:pPr>
            <a:r>
              <a:t>So loved He the world</a:t>
            </a:r>
          </a:p>
          <a:p>
            <a:pPr algn="l">
              <a:defRPr/>
            </a:pPr>
            <a:r>
              <a:t>that He gave us His Son,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Who yielded His life</a:t>
            </a:r>
          </a:p>
          <a:p>
            <a:pPr algn="l">
              <a:defRPr/>
            </a:pPr>
            <a:r>
              <a:t>an atonement for sin,</a:t>
            </a:r>
          </a:p>
          <a:p>
            <a:pPr algn="l">
              <a:spcBef>
                <a:spcPts val="2598"/>
              </a:spcBef>
              <a:defRPr/>
            </a:pPr>
            <a:r>
              <a:t>And opened the life gate</a:t>
            </a:r>
          </a:p>
          <a:p>
            <a:pPr algn="l">
              <a:defRPr/>
            </a:pPr>
            <a:r>
              <a:t>that all may go in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Praise the Lord, praise</a:t>
            </a:r>
          </a:p>
          <a:p>
            <a:pPr algn="l">
              <a:defRPr/>
            </a:pPr>
            <a:r>
              <a:t>the Lord, let the earth hear</a:t>
            </a:r>
          </a:p>
          <a:p>
            <a:pPr algn="l">
              <a:defRPr/>
            </a:pPr>
            <a:r>
              <a:t>His voice!</a:t>
            </a:r>
          </a:p>
          <a:p>
            <a:pPr algn="l">
              <a:spcBef>
                <a:spcPts val="2598"/>
              </a:spcBef>
              <a:defRPr/>
            </a:pPr>
            <a:r>
              <a:t>Praise the Lord, praise</a:t>
            </a:r>
          </a:p>
          <a:p>
            <a:pPr algn="l">
              <a:defRPr/>
            </a:pPr>
            <a:r>
              <a:t>the Lord, let the</a:t>
            </a:r>
          </a:p>
          <a:p>
            <a:pPr algn="l">
              <a:defRPr/>
            </a:pPr>
            <a:r>
              <a:t>people rejoice!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Oh, come to the Father,</a:t>
            </a:r>
          </a:p>
          <a:p>
            <a:pPr algn="l">
              <a:defRPr/>
            </a:pPr>
            <a:r>
              <a:t>through Jesus the Son,</a:t>
            </a:r>
          </a:p>
          <a:p>
            <a:pPr algn="l">
              <a:spcBef>
                <a:spcPts val="2598"/>
              </a:spcBef>
              <a:defRPr/>
            </a:pPr>
            <a:r>
              <a:t>And give Him the glory,</a:t>
            </a:r>
          </a:p>
          <a:p>
            <a:pPr algn="l">
              <a:defRPr/>
            </a:pPr>
            <a:r>
              <a:t>great things He hath done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Oh, perfect redemption,</a:t>
            </a:r>
          </a:p>
          <a:p>
            <a:pPr algn="l">
              <a:defRPr/>
            </a:pPr>
            <a:r>
              <a:t>the purchase of blood,</a:t>
            </a:r>
          </a:p>
          <a:p>
            <a:pPr algn="l">
              <a:spcBef>
                <a:spcPts val="2598"/>
              </a:spcBef>
              <a:defRPr/>
            </a:pPr>
            <a:r>
              <a:t>To every believer</a:t>
            </a:r>
          </a:p>
          <a:p>
            <a:pPr algn="l">
              <a:defRPr/>
            </a:pPr>
            <a:r>
              <a:t>the promise of God;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The vilest offender who</a:t>
            </a:r>
          </a:p>
          <a:p>
            <a:pPr algn="l">
              <a:defRPr/>
            </a:pPr>
            <a:r>
              <a:t>truly believes,</a:t>
            </a:r>
          </a:p>
          <a:p>
            <a:pPr algn="l">
              <a:spcBef>
                <a:spcPts val="2598"/>
              </a:spcBef>
              <a:defRPr/>
            </a:pPr>
            <a:r>
              <a:t>That moment from Jesus</a:t>
            </a:r>
          </a:p>
          <a:p>
            <a:pPr algn="l">
              <a:defRPr/>
            </a:pPr>
            <a:r>
              <a:t>a pardon receives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Praise the Lord, praise</a:t>
            </a:r>
          </a:p>
          <a:p>
            <a:pPr algn="l">
              <a:defRPr/>
            </a:pPr>
            <a:r>
              <a:t>the Lord, let the earth hear</a:t>
            </a:r>
          </a:p>
          <a:p>
            <a:pPr algn="l">
              <a:defRPr/>
            </a:pPr>
            <a:r>
              <a:t>His voice!</a:t>
            </a:r>
          </a:p>
          <a:p>
            <a:pPr algn="l">
              <a:spcBef>
                <a:spcPts val="2598"/>
              </a:spcBef>
              <a:defRPr/>
            </a:pPr>
            <a:r>
              <a:t>Praise the Lord, praise</a:t>
            </a:r>
          </a:p>
          <a:p>
            <a:pPr algn="l">
              <a:defRPr/>
            </a:pPr>
            <a:r>
              <a:t>the Lord, let the</a:t>
            </a:r>
          </a:p>
          <a:p>
            <a:pPr algn="l">
              <a:defRPr/>
            </a:pPr>
            <a:r>
              <a:t>people rejoice!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Oh, come to the Father,</a:t>
            </a:r>
          </a:p>
          <a:p>
            <a:pPr algn="l">
              <a:defRPr/>
            </a:pPr>
            <a:r>
              <a:t>through Jesus the Son,</a:t>
            </a:r>
          </a:p>
          <a:p>
            <a:pPr algn="l">
              <a:spcBef>
                <a:spcPts val="2598"/>
              </a:spcBef>
              <a:defRPr/>
            </a:pPr>
            <a:r>
              <a:t>And give Him the glory,</a:t>
            </a:r>
          </a:p>
          <a:p>
            <a:pPr algn="l">
              <a:defRPr/>
            </a:pPr>
            <a:r>
              <a:t>great things He hath done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Great things He hath taught</a:t>
            </a:r>
          </a:p>
          <a:p>
            <a:pPr algn="l">
              <a:defRPr/>
            </a:pPr>
            <a:r>
              <a:t>us, great things He</a:t>
            </a:r>
          </a:p>
          <a:p>
            <a:pPr algn="l">
              <a:defRPr/>
            </a:pPr>
            <a:r>
              <a:t>hath done,</a:t>
            </a:r>
          </a:p>
          <a:p>
            <a:pPr algn="l">
              <a:spcBef>
                <a:spcPts val="2598"/>
              </a:spcBef>
              <a:defRPr/>
            </a:pPr>
            <a:r>
              <a:t>And great our rejoicing</a:t>
            </a:r>
          </a:p>
          <a:p>
            <a:pPr algn="l">
              <a:defRPr/>
            </a:pPr>
            <a:r>
              <a:t>through Jesus the Son;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But purer, and higher,</a:t>
            </a:r>
          </a:p>
          <a:p>
            <a:pPr algn="l">
              <a:defRPr/>
            </a:pPr>
            <a:r>
              <a:t>and greater will be</a:t>
            </a:r>
          </a:p>
          <a:p>
            <a:pPr algn="l">
              <a:spcBef>
                <a:spcPts val="2598"/>
              </a:spcBef>
              <a:defRPr/>
            </a:pPr>
            <a:r>
              <a:t>Our wonder, our transport,</a:t>
            </a:r>
          </a:p>
          <a:p>
            <a:pPr algn="l">
              <a:defRPr/>
            </a:pPr>
            <a:r>
              <a:t>when Jesus we see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Praise the Lord, praise</a:t>
            </a:r>
          </a:p>
          <a:p>
            <a:pPr algn="l">
              <a:defRPr/>
            </a:pPr>
            <a:r>
              <a:t>the Lord, let the earth hear</a:t>
            </a:r>
          </a:p>
          <a:p>
            <a:pPr algn="l">
              <a:defRPr/>
            </a:pPr>
            <a:r>
              <a:t>His voice!</a:t>
            </a:r>
          </a:p>
          <a:p>
            <a:pPr algn="l">
              <a:spcBef>
                <a:spcPts val="2598"/>
              </a:spcBef>
              <a:defRPr/>
            </a:pPr>
            <a:r>
              <a:t>Praise the Lord, praise</a:t>
            </a:r>
          </a:p>
          <a:p>
            <a:pPr algn="l">
              <a:defRPr/>
            </a:pPr>
            <a:r>
              <a:t>the Lord, let the</a:t>
            </a:r>
          </a:p>
          <a:p>
            <a:pPr algn="l">
              <a:defRPr/>
            </a:pPr>
            <a:r>
              <a:t>people rejoice!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Oh, come to the Father,</a:t>
            </a:r>
          </a:p>
          <a:p>
            <a:pPr algn="l">
              <a:defRPr/>
            </a:pPr>
            <a:r>
              <a:t>through Jesus the Son,</a:t>
            </a:r>
          </a:p>
          <a:p>
            <a:pPr algn="l">
              <a:spcBef>
                <a:spcPts val="2598"/>
              </a:spcBef>
              <a:defRPr/>
            </a:pPr>
            <a:r>
              <a:t>And give Him the glory,</a:t>
            </a:r>
          </a:p>
          <a:p>
            <a:pPr algn="l">
              <a:defRPr/>
            </a:pPr>
            <a:r>
              <a:t>great things He hath done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Praise the Lord, praise</a:t>
            </a:r>
          </a:p>
          <a:p>
            <a:pPr algn="l">
              <a:defRPr/>
            </a:pPr>
            <a:r>
              <a:t>the Lord, let the earth hear</a:t>
            </a:r>
          </a:p>
          <a:p>
            <a:pPr algn="l">
              <a:defRPr/>
            </a:pPr>
            <a:r>
              <a:t>His voice!</a:t>
            </a:r>
          </a:p>
          <a:p>
            <a:pPr algn="l">
              <a:spcBef>
                <a:spcPts val="2598"/>
              </a:spcBef>
              <a:defRPr/>
            </a:pPr>
            <a:r>
              <a:t>Praise the Lord, praise</a:t>
            </a:r>
          </a:p>
          <a:p>
            <a:pPr algn="l">
              <a:defRPr/>
            </a:pPr>
            <a:r>
              <a:t>the Lord, let the</a:t>
            </a:r>
          </a:p>
          <a:p>
            <a:pPr algn="l">
              <a:defRPr/>
            </a:pPr>
            <a:r>
              <a:t>people rejoice!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 wrap="none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>
              <a:defRPr/>
            </a:pPr>
            <a:r>
              <a:t>Oh, come to the Father,</a:t>
            </a:r>
          </a:p>
          <a:p>
            <a:pPr algn="l">
              <a:defRPr/>
            </a:pPr>
            <a:r>
              <a:t>through Jesus the Son,</a:t>
            </a:r>
          </a:p>
          <a:p>
            <a:pPr algn="l">
              <a:spcBef>
                <a:spcPts val="2598"/>
              </a:spcBef>
              <a:defRPr/>
            </a:pPr>
            <a:r>
              <a:t>And give Him the glory,</a:t>
            </a:r>
          </a:p>
          <a:p>
            <a:pPr algn="l">
              <a:defRPr/>
            </a:pPr>
            <a:r>
              <a:t>great things He hath 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{{TITLE}}   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54</cp:revision>
  <dcterms:modified xsi:type="dcterms:W3CDTF">2026-02-22T05:40:30Z</dcterms:modified>
</cp:coreProperties>
</file>